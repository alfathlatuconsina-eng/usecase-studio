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Clone1.xml" ContentType="application/vnd.openxmlformats-officedocument.drawingml.chart+xml"/>
  <Override PartName="/ppt/charts/chartClone10.xml" ContentType="application/vnd.openxmlformats-officedocument.drawingml.chart+xml"/>
  <Override PartName="/ppt/charts/chartClone11.xml" ContentType="application/vnd.openxmlformats-officedocument.drawingml.chart+xml"/>
  <Override PartName="/ppt/charts/chartClone12.xml" ContentType="application/vnd.openxmlformats-officedocument.drawingml.chart+xml"/>
  <Override PartName="/ppt/charts/chartClone13.xml" ContentType="application/vnd.openxmlformats-officedocument.drawingml.chart+xml"/>
  <Override PartName="/ppt/charts/chartClone14.xml" ContentType="application/vnd.openxmlformats-officedocument.drawingml.chart+xml"/>
  <Override PartName="/ppt/charts/chartClone15.xml" ContentType="application/vnd.openxmlformats-officedocument.drawingml.chart+xml"/>
  <Override PartName="/ppt/charts/chartClone16.xml" ContentType="application/vnd.openxmlformats-officedocument.drawingml.chart+xml"/>
  <Override PartName="/ppt/charts/chartClone17.xml" ContentType="application/vnd.openxmlformats-officedocument.drawingml.chart+xml"/>
  <Override PartName="/ppt/charts/chartClone18.xml" ContentType="application/vnd.openxmlformats-officedocument.drawingml.chart+xml"/>
  <Override PartName="/ppt/charts/chartClone19.xml" ContentType="application/vnd.openxmlformats-officedocument.drawingml.chart+xml"/>
  <Override PartName="/ppt/charts/chartClone2.xml" ContentType="application/vnd.openxmlformats-officedocument.drawingml.chart+xml"/>
  <Override PartName="/ppt/charts/chartClone20.xml" ContentType="application/vnd.openxmlformats-officedocument.drawingml.chart+xml"/>
  <Override PartName="/ppt/charts/chartClone21.xml" ContentType="application/vnd.openxmlformats-officedocument.drawingml.chart+xml"/>
  <Override PartName="/ppt/charts/chartClone22.xml" ContentType="application/vnd.openxmlformats-officedocument.drawingml.chart+xml"/>
  <Override PartName="/ppt/charts/chartClone23.xml" ContentType="application/vnd.openxmlformats-officedocument.drawingml.chart+xml"/>
  <Override PartName="/ppt/charts/chartClone24.xml" ContentType="application/vnd.openxmlformats-officedocument.drawingml.chart+xml"/>
  <Override PartName="/ppt/charts/chartClone25.xml" ContentType="application/vnd.openxmlformats-officedocument.drawingml.chart+xml"/>
  <Override PartName="/ppt/charts/chartClone26.xml" ContentType="application/vnd.openxmlformats-officedocument.drawingml.chart+xml"/>
  <Override PartName="/ppt/charts/chartClone27.xml" ContentType="application/vnd.openxmlformats-officedocument.drawingml.chart+xml"/>
  <Override PartName="/ppt/charts/chartClone28.xml" ContentType="application/vnd.openxmlformats-officedocument.drawingml.chart+xml"/>
  <Override PartName="/ppt/charts/chartClone29.xml" ContentType="application/vnd.openxmlformats-officedocument.drawingml.chart+xml"/>
  <Override PartName="/ppt/charts/chartClone3.xml" ContentType="application/vnd.openxmlformats-officedocument.drawingml.chart+xml"/>
  <Override PartName="/ppt/charts/chartClone30.xml" ContentType="application/vnd.openxmlformats-officedocument.drawingml.chart+xml"/>
  <Override PartName="/ppt/charts/chartClone31.xml" ContentType="application/vnd.openxmlformats-officedocument.drawingml.chart+xml"/>
  <Override PartName="/ppt/charts/chartClone32.xml" ContentType="application/vnd.openxmlformats-officedocument.drawingml.chart+xml"/>
  <Override PartName="/ppt/charts/chartClone33.xml" ContentType="application/vnd.openxmlformats-officedocument.drawingml.chart+xml"/>
  <Override PartName="/ppt/charts/chartClone4.xml" ContentType="application/vnd.openxmlformats-officedocument.drawingml.chart+xml"/>
  <Override PartName="/ppt/charts/chartClone5.xml" ContentType="application/vnd.openxmlformats-officedocument.drawingml.chart+xml"/>
  <Override PartName="/ppt/charts/chartClone6.xml" ContentType="application/vnd.openxmlformats-officedocument.drawingml.chart+xml"/>
  <Override PartName="/ppt/charts/chartClone7.xml" ContentType="application/vnd.openxmlformats-officedocument.drawingml.chart+xml"/>
  <Override PartName="/ppt/charts/chartClone8.xml" ContentType="application/vnd.openxmlformats-officedocument.drawingml.chart+xml"/>
  <Override PartName="/ppt/charts/chartClone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732" r:id="rId2"/>
    <p:sldMasterId id="2147483787" r:id="rId3"/>
  </p:sldMasterIdLst>
  <p:notesMasterIdLst>
    <p:notesMasterId r:id="rId14"/>
  </p:notesMasterIdLst>
  <p:sldIdLst>
    <p:sldId id="256" r:id="rId4"/>
    <p:sldId id="257" r:id="rId5"/>
    <p:sldId id="258" r:id="rId13"/>
    <p:sldId id="259" r:id="rId12"/>
    <p:sldId id="260" r:id="rId11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</p:sldIdLst>
  <p:sldSz cx="12192000" cy="6858000"/>
  <p:notesSz cx="7104063" cy="10234613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5" roundtripDataSignature="AMtx7mi2JLR1VEjLVRfcRR/KJMcgwVKY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A1DF1-5A60-41FA-AD43-C15B0F179CE1}">
  <a:tblStyle styleId="{69CA1DF1-5A60-41FA-AD43-C15B0F179C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2A3AB5-5752-4FE6-B1F2-A96FC80F077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23A7527-D947-40AA-ABB4-66A991BEEBCC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DD4EA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BF5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3" autoAdjust="0"/>
    <p:restoredTop sz="91733" autoAdjust="0"/>
  </p:normalViewPr>
  <p:slideViewPr>
    <p:cSldViewPr snapToGrid="0">
      <p:cViewPr varScale="1">
        <p:scale>
          <a:sx n="62" d="100"/>
          <a:sy n="62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125" Type="http://customschemas.google.com/relationships/presentationmetadata" Target="metadata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E:\IVENA\05.%20Dashboard%20Project\Report%20Dashboard\01a.%20Excel%20Dashboard%20ver.20250610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../embeddings/oleObject1.bin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file:///E:\IVENA\05.%20Dashboard%20Project\Report%20Dashboard\01a.%20Excel%20Dashboard%20ver.20250610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oleObject" Target="../embeddings/oleObject2.bin"/></Relationships>
</file>

<file path=ppt/charts/_rels/chartClone1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2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3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4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5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6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7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8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9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10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11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12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13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14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15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16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17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18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19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20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21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22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23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24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25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26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27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28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29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30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_rels/chartClone31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hadriyanti_iq\Downloads\00.%20Dashboard%20Report\05a.%20Excel%20Dashboard%2024%20Feb%202026.xlsx" TargetMode="External"/></Relationships>
</file>

<file path=ppt/charts/_rels/chartClone32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3.xml"/><Relationship Id="rId3" Type="http://schemas.microsoft.com/office/2011/relationships/chartStyle" Target="style3.xml"/></Relationships>
</file>

<file path=ppt/charts/_rels/chartClone33.xml.rels><?xml version='1.0' encoding='UTF-8' standalone='yes'?>
<Relationships xmlns="http://schemas.openxmlformats.org/package/2006/relationships"><Relationship Id="rId1" Type="http://schemas.openxmlformats.org/officeDocument/2006/relationships/oleObject" Target="file:///D:\At%20Office\Project%20Management%20Office%20-%20PMO\00.%20Catatan%20Executive%20Chairman\01.%20Dashboard\01b.%20Graphic%20Timeline%20&amp;%20Budget%20Projects%20-%2006%20May%202026.xlsx" TargetMode="External"/><Relationship Id="rId2" Type="http://schemas.microsoft.com/office/2011/relationships/chartColorStyle" Target="colors4.xml"/><Relationship Id="rId3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'[01a. Excel Dashboard ver.20250610.xlsx]Progress Graphic - KRI'!$I$3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24-4203-A813-BDA70C77A5DD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24-4203-A813-BDA70C77A5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24-4203-A813-BDA70C77A5D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24-4203-A813-BDA70C77A5DD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F24-4203-A813-BDA70C77A5DD}"/>
              </c:ext>
            </c:extLst>
          </c:dPt>
          <c:val>
            <c:numRef>
              <c:f>'[01a. Excel Dashboard ver.20250610.xlsx]Progress Graphic - KRI'!$J$4:$J$8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'[01a. Excel Dashboard ver.20250610.xlsx]Progress Graphic - KRI'!$L$3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F24-4203-A813-BDA70C77A5DD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F24-4203-A813-BDA70C77A5DD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F24-4203-A813-BDA70C77A5DD}"/>
              </c:ext>
            </c:extLst>
          </c:dPt>
          <c:val>
            <c:numRef>
              <c:f>'[01a. Excel Dashboard ver.20250610.xlsx]Progress Graphic - KRI'!$M$4:$M$6</c:f>
              <c:numCache>
                <c:formatCode>0</c:formatCode>
                <c:ptCount val="3"/>
                <c:pt idx="0">
                  <c:v>100</c:v>
                </c:pt>
                <c:pt idx="1">
                  <c:v>3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Excel Dashboard - -13 May 2026.xlsx]Summary on Project Status'!$E$3</c:f>
              <c:strCache>
                <c:ptCount val="1"/>
                <c:pt idx="0">
                  <c:v>Realization (Progress)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Status'!$D$4:$D$7</c:f>
              <c:strCache>
                <c:ptCount val="4"/>
                <c:pt idx="0">
                  <c:v>QRIS Acquiring</c:v>
                </c:pt>
                <c:pt idx="1">
                  <c:v>API Management</c:v>
                </c:pt>
                <c:pt idx="2">
                  <c:v>Konversi Valas ke Rupiah</c:v>
                </c:pt>
                <c:pt idx="3">
                  <c:v>Dormant Account Classification</c:v>
                </c:pt>
              </c:strCache>
            </c:strRef>
          </c:cat>
          <c:val>
            <c:numRef>
              <c:f>'[01b. Excel Dashboard - -13 May 2026.xlsx]Summary on Project Status'!$E$4:$E$7</c:f>
              <c:numCache>
                <c:formatCode>0.0%</c:formatCode>
                <c:ptCount val="4"/>
                <c:pt idx="0">
                  <c:v>0.91</c:v>
                </c:pt>
                <c:pt idx="1">
                  <c:v>0.6</c:v>
                </c:pt>
                <c:pt idx="2">
                  <c:v>0.93</c:v>
                </c:pt>
                <c:pt idx="3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11-4D00-A3B2-3F841D1AFF3C}"/>
            </c:ext>
          </c:extLst>
        </c:ser>
        <c:ser>
          <c:idx val="1"/>
          <c:order val="1"/>
          <c:tx>
            <c:strRef>
              <c:f>'[01b. Excel Dashboard - -13 May 2026.xlsx]Summary on Project Status'!$F$3</c:f>
              <c:strCache>
                <c:ptCount val="1"/>
                <c:pt idx="0">
                  <c:v>Targeted Timeline</c:v>
                </c:pt>
              </c:strCache>
            </c:strRef>
          </c:tx>
          <c:spPr>
            <a:solidFill>
              <a:srgbClr val="00206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Status'!$D$4:$D$7</c:f>
              <c:strCache>
                <c:ptCount val="4"/>
                <c:pt idx="0">
                  <c:v>QRIS Acquiring</c:v>
                </c:pt>
                <c:pt idx="1">
                  <c:v>API Management</c:v>
                </c:pt>
                <c:pt idx="2">
                  <c:v>Konversi Valas ke Rupiah</c:v>
                </c:pt>
                <c:pt idx="3">
                  <c:v>Dormant Account Classification</c:v>
                </c:pt>
              </c:strCache>
            </c:strRef>
          </c:cat>
          <c:val>
            <c:numRef>
              <c:f>'[01b. Excel Dashboard - -13 May 2026.xlsx]Summary on Project Status'!$F$4:$F$7</c:f>
              <c:numCache>
                <c:formatCode>0.0%</c:formatCode>
                <c:ptCount val="4"/>
                <c:pt idx="0">
                  <c:v>1.0</c:v>
                </c:pt>
                <c:pt idx="1">
                  <c:v>0.667</c:v>
                </c:pt>
                <c:pt idx="2">
                  <c:v>1.0</c:v>
                </c:pt>
                <c:pt idx="3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11-4D00-A3B2-3F841D1AFF3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26433752"/>
        <c:axId val="326435720"/>
      </c:barChart>
      <c:catAx>
        <c:axId val="326433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435720"/>
        <c:crosses val="autoZero"/>
        <c:auto val="1"/>
        <c:lblAlgn val="ctr"/>
        <c:lblOffset val="100"/>
        <c:noMultiLvlLbl val="0"/>
      </c:catAx>
      <c:valAx>
        <c:axId val="326435720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326433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'[01a. Excel Dashboard ver.20250610.xlsx]Progress Graphic - KRI'!$I$3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24-4203-A813-BDA70C77A5DD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24-4203-A813-BDA70C77A5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24-4203-A813-BDA70C77A5D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24-4203-A813-BDA70C77A5DD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F24-4203-A813-BDA70C77A5DD}"/>
              </c:ext>
            </c:extLst>
          </c:dPt>
          <c:val>
            <c:numRef>
              <c:f>'[01a. Excel Dashboard ver.20250610.xlsx]Progress Graphic - KRI'!$J$4:$J$8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'[01a. Excel Dashboard ver.20250610.xlsx]Progress Graphic - KRI'!$L$3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F24-4203-A813-BDA70C77A5DD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F24-4203-A813-BDA70C77A5DD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F24-4203-A813-BDA70C77A5DD}"/>
              </c:ext>
            </c:extLst>
          </c:dPt>
          <c:val>
            <c:numRef>
              <c:f>'[01a. Excel Dashboard ver.20250610.xlsx]Progress Graphic - KRI'!$M$4:$M$6</c:f>
              <c:numCache>
                <c:formatCode>0</c:formatCode>
                <c:ptCount val="3"/>
                <c:pt idx="0">
                  <c:v>100</c:v>
                </c:pt>
                <c:pt idx="1">
                  <c:v>3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6F24-4203-A813-BDA70C77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Excel Dashboard - -13 May 2026.xlsx]Summary on Project Status'!$E$17</c:f>
              <c:strCache>
                <c:ptCount val="1"/>
                <c:pt idx="0">
                  <c:v>Realization (Progress)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Status'!$D$18:$D$27</c:f>
              <c:strCache>
                <c:ptCount val="10"/>
                <c:pt idx="0">
                  <c:v>Data Center Migration</c:v>
                </c:pt>
                <c:pt idx="1">
                  <c:v>Fraud Detection System (FDS)</c:v>
                </c:pt>
                <c:pt idx="2">
                  <c:v>OPICS</c:v>
                </c:pt>
                <c:pt idx="3">
                  <c:v>Enhancement RTGS</c:v>
                </c:pt>
                <c:pt idx="4">
                  <c:v>QRIS CPM</c:v>
                </c:pt>
                <c:pt idx="5">
                  <c:v>QRIS Credit Card</c:v>
                </c:pt>
                <c:pt idx="6">
                  <c:v>EOD 24/7 (Night Mode)</c:v>
                </c:pt>
                <c:pt idx="7">
                  <c:v>QRIS CPM</c:v>
                </c:pt>
                <c:pt idx="8">
                  <c:v>Cardless Withdrawal</c:v>
                </c:pt>
                <c:pt idx="9">
                  <c:v>Debit Online</c:v>
                </c:pt>
              </c:strCache>
            </c:strRef>
          </c:cat>
          <c:val>
            <c:numRef>
              <c:f>'[01b. Excel Dashboard - -13 May 2026.xlsx]Summary on Project Status'!$E$18:$E$27</c:f>
              <c:numCache>
                <c:formatCode>0%</c:formatCode>
                <c:ptCount val="10"/>
                <c:pt idx="0">
                  <c:v>0.95</c:v>
                </c:pt>
                <c:pt idx="1">
                  <c:v>0.15</c:v>
                </c:pt>
                <c:pt idx="2">
                  <c:v>0.95</c:v>
                </c:pt>
                <c:pt idx="3">
                  <c:v>1.0</c:v>
                </c:pt>
                <c:pt idx="4">
                  <c:v>0.75</c:v>
                </c:pt>
                <c:pt idx="5">
                  <c:v>0.75</c:v>
                </c:pt>
                <c:pt idx="6">
                  <c:v>0.05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9-453D-B883-1C0368A57BDD}"/>
            </c:ext>
          </c:extLst>
        </c:ser>
        <c:ser>
          <c:idx val="1"/>
          <c:order val="1"/>
          <c:tx>
            <c:strRef>
              <c:f>'[01b. Excel Dashboard - -13 May 2026.xlsx]Summary on Project Status'!$F$17</c:f>
              <c:strCache>
                <c:ptCount val="1"/>
                <c:pt idx="0">
                  <c:v>Targeted Timeline</c:v>
                </c:pt>
              </c:strCache>
            </c:strRef>
          </c:tx>
          <c:spPr>
            <a:solidFill>
              <a:srgbClr val="00206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'[01b. Excel Dashboard - -13 May 2026.xlsx]Summary on Project Status'!$D$18:$D$27</c:f>
              <c:strCache>
                <c:ptCount val="10"/>
                <c:pt idx="0">
                  <c:v>Data Center Migration</c:v>
                </c:pt>
                <c:pt idx="1">
                  <c:v>Fraud Detection System (FDS)</c:v>
                </c:pt>
                <c:pt idx="2">
                  <c:v>OPICS</c:v>
                </c:pt>
                <c:pt idx="3">
                  <c:v>Enhancement RTGS</c:v>
                </c:pt>
                <c:pt idx="4">
                  <c:v>QRIS CPM</c:v>
                </c:pt>
                <c:pt idx="5">
                  <c:v>QRIS Credit Card</c:v>
                </c:pt>
                <c:pt idx="6">
                  <c:v>EOD 24/7 (Night Mode)</c:v>
                </c:pt>
                <c:pt idx="7">
                  <c:v>QRIS CPM</c:v>
                </c:pt>
                <c:pt idx="8">
                  <c:v>Cardless Withdrawal</c:v>
                </c:pt>
                <c:pt idx="9">
                  <c:v>Debit Online</c:v>
                </c:pt>
              </c:strCache>
            </c:strRef>
          </c:cat>
          <c:val>
            <c:numRef>
              <c:f>'[01b. Excel Dashboard - -13 May 2026.xlsx]Summary on Project Status'!$F$18:$F$27</c:f>
              <c:numCache>
                <c:formatCode>0%</c:formatCode>
                <c:ptCount val="10"/>
                <c:pt idx="0">
                  <c:v>1.0</c:v>
                </c:pt>
                <c:pt idx="1">
                  <c:v>0.1562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0.75</c:v>
                </c:pt>
                <c:pt idx="6">
                  <c:v>0.04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49-453D-B883-1C0368A57BD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26433752"/>
        <c:axId val="326435720"/>
      </c:barChart>
      <c:catAx>
        <c:axId val="326433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435720"/>
        <c:crosses val="autoZero"/>
        <c:auto val="1"/>
        <c:lblAlgn val="ctr"/>
        <c:lblOffset val="100"/>
        <c:noMultiLvlLbl val="0"/>
      </c:catAx>
      <c:valAx>
        <c:axId val="326435720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26433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Clone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179</c:v>
                </c:pt>
                <c:pt idx="1">
                  <c:v>3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118</c:v>
                </c:pt>
                <c:pt idx="1">
                  <c:v>3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0.667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183</c:v>
                </c:pt>
                <c:pt idx="1">
                  <c:v>3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0.65720000000000001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183</c:v>
                </c:pt>
                <c:pt idx="1">
                  <c:v>3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187</c:v>
                </c:pt>
                <c:pt idx="1">
                  <c:v>3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30</c:v>
                </c:pt>
                <c:pt idx="1">
                  <c:v>3</c:v>
                </c:pt>
                <c:pt idx="2">
                  <c:v>167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0.1562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187</c:v>
                </c:pt>
                <c:pt idx="1">
                  <c:v>3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197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148</c:v>
                </c:pt>
                <c:pt idx="1">
                  <c:v>3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0.65720000000000001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148</c:v>
                </c:pt>
                <c:pt idx="1">
                  <c:v>3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0.65720000000000001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1"/>
          <c:tx>
            <c:strRef>
              <c:f>'Progress Graphic - QRIS'!$I$3</c:f>
              <c:strCache>
                <c:ptCount val="1"/>
                <c:pt idx="0">
                  <c:v>Speedometer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2D-4918-B6D5-DB1939FF8F5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2D-4918-B6D5-DB1939FF8F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2D-4918-B6D5-DB1939FF8F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2D-4918-B6D5-DB1939FF8F58}"/>
              </c:ext>
            </c:extLst>
          </c:dPt>
          <c:dPt>
            <c:idx val="4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2D-4918-B6D5-DB1939FF8F58}"/>
              </c:ext>
            </c:extLst>
          </c:dPt>
          <c:val>
            <c:numRef>
              <c:f>'Progress Graphic - QRIS'!$J$4:$J$8</c:f>
              <c:numCache>
                <c:formatCode>0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40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0"/>
      </c:doughnutChart>
      <c:pieChart>
        <c:varyColors val="1"/>
        <c:ser>
          <c:idx val="1"/>
          <c:order val="0"/>
          <c:tx>
            <c:strRef>
              <c:f>'Progress Graphic - QRIS'!$L$3</c:f>
              <c:strCache>
                <c:ptCount val="1"/>
                <c:pt idx="0">
                  <c:v>Pointer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02D-4918-B6D5-DB1939FF8F58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02D-4918-B6D5-DB1939FF8F58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102D-4918-B6D5-DB1939FF8F58}"/>
              </c:ext>
            </c:extLst>
          </c:dPt>
          <c:val>
            <c:numRef>
              <c:f>'Progress Graphic - QRIS'!$M$4:$M$6</c:f>
              <c:numCache>
                <c:formatCode>0</c:formatCode>
                <c:ptCount val="3"/>
                <c:pt idx="0">
                  <c:v>10</c:v>
                </c:pt>
                <c:pt idx="1">
                  <c:v>3</c:v>
                </c:pt>
                <c:pt idx="2">
                  <c:v>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02D-4918-B6D5-DB1939FF8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Clone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QRIS'!$C$10</c:f>
              <c:strCache>
                <c:ptCount val="1"/>
                <c:pt idx="0">
                  <c:v>Original Timeline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QRIS'!$E$10</c:f>
              <c:numCache>
                <c:formatCode>0.00%</c:formatCode>
                <c:ptCount val="1"/>
                <c:pt idx="0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6-4BD2-9CD5-7DA5F09E963E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QRIS'!$C$11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QRIS'!$E$9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QRIS'!$E$11</c:f>
              <c:numCache>
                <c:formatCode>0.00%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6-4BD2-9CD5-7DA5F09E96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Clone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'[01b. Graphic Timeline &amp; Budget Projects - 06 May 2026.xlsx]Graphic -  QRIS'!$C$26</c:f>
              <c:strCache>
                <c:ptCount val="1"/>
                <c:pt idx="0">
                  <c:v>Original Budget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QRIS'!$E$26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D-47DC-95BC-63A0321D940F}"/>
            </c:ext>
          </c:extLst>
        </c:ser>
        <c:ser>
          <c:idx val="1"/>
          <c:order val="1"/>
          <c:tx>
            <c:strRef>
              <c:f>'[01b. Graphic Timeline &amp; Budget Projects - 06 May 2026.xlsx]Graphic -  QRIS'!$C$27</c:f>
              <c:strCache>
                <c:ptCount val="1"/>
                <c:pt idx="0">
                  <c:v>Realization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'[01b. Graphic Timeline &amp; Budget Projects - 06 May 2026.xlsx]Graphic -  QRIS'!$E$25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'[01b. Graphic Timeline &amp; Budget Projects - 06 May 2026.xlsx]Graphic -  QRIS'!$E$27</c:f>
              <c:numCache>
                <c:formatCode>0%</c:formatCode>
                <c:ptCount val="1"/>
                <c:pt idx="0">
                  <c:v>0.65720000000000001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D-47DC-95BC-63A0321D94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2590936"/>
        <c:axId val="692593232"/>
      </c:barChart>
      <c:catAx>
        <c:axId val="692590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3232"/>
        <c:crossesAt val="0"/>
        <c:auto val="1"/>
        <c:lblAlgn val="ctr"/>
        <c:lblOffset val="100"/>
        <c:noMultiLvlLbl val="0"/>
      </c:catAx>
      <c:valAx>
        <c:axId val="6925932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590936"/>
        <c:crosses val="autoZero"/>
        <c:crossBetween val="between"/>
        <c:minorUnit val="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120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5" name="Google Shape;715;p121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00" rIns="99050" bIns="49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>
            <a:spLocks noGrp="1"/>
          </p:cNvSpPr>
          <p:nvPr>
            <p:ph type="title"/>
          </p:nvPr>
        </p:nvSpPr>
        <p:spPr>
          <a:xfrm>
            <a:off x="415611" y="992767"/>
            <a:ext cx="11360802" cy="273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body" idx="1"/>
          </p:nvPr>
        </p:nvSpPr>
        <p:spPr>
          <a:xfrm>
            <a:off x="415600" y="3778832"/>
            <a:ext cx="11360802" cy="105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5" descr="Pictur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5"/>
          <p:cNvSpPr txBox="1">
            <a:spLocks noGrp="1"/>
          </p:cNvSpPr>
          <p:nvPr>
            <p:ph type="title"/>
          </p:nvPr>
        </p:nvSpPr>
        <p:spPr>
          <a:xfrm>
            <a:off x="5645425" y="1122362"/>
            <a:ext cx="6133866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body" idx="1"/>
          </p:nvPr>
        </p:nvSpPr>
        <p:spPr>
          <a:xfrm>
            <a:off x="5645422" y="3602037"/>
            <a:ext cx="6133866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6" descr="Picture 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5"/>
            <a:ext cx="12194748" cy="702112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6"/>
          <p:cNvSpPr txBox="1">
            <a:spLocks noGrp="1"/>
          </p:cNvSpPr>
          <p:nvPr>
            <p:ph type="title"/>
          </p:nvPr>
        </p:nvSpPr>
        <p:spPr>
          <a:xfrm>
            <a:off x="6321287" y="1122362"/>
            <a:ext cx="5458003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body" idx="1"/>
          </p:nvPr>
        </p:nvSpPr>
        <p:spPr>
          <a:xfrm>
            <a:off x="6321285" y="3602037"/>
            <a:ext cx="5458003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7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838200" y="1181337"/>
            <a:ext cx="5181600" cy="49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8" descr="Pictur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839787" y="1209740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72200" y="1209740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0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0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2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2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2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3"/>
          <p:cNvSpPr txBox="1">
            <a:spLocks noGrp="1"/>
          </p:cNvSpPr>
          <p:nvPr>
            <p:ph type="title"/>
          </p:nvPr>
        </p:nvSpPr>
        <p:spPr>
          <a:xfrm>
            <a:off x="415600" y="2867798"/>
            <a:ext cx="11360802" cy="11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3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1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  <a:defRPr sz="1400">
                <a:solidFill>
                  <a:srgbClr val="595959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 sz="1400">
                <a:solidFill>
                  <a:srgbClr val="595959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  <a:defRPr sz="1400">
                <a:solidFill>
                  <a:srgbClr val="595959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  <a:defRPr sz="1400">
                <a:solidFill>
                  <a:srgbClr val="595959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 sz="14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body" idx="2"/>
          </p:nvPr>
        </p:nvSpPr>
        <p:spPr>
          <a:xfrm>
            <a:off x="6443200" y="1536631"/>
            <a:ext cx="5333201" cy="455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6"/>
          <p:cNvSpPr txBox="1">
            <a:spLocks noGrp="1"/>
          </p:cNvSpPr>
          <p:nvPr>
            <p:ph type="title"/>
          </p:nvPr>
        </p:nvSpPr>
        <p:spPr>
          <a:xfrm>
            <a:off x="415600" y="740799"/>
            <a:ext cx="3744001" cy="10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1" cy="423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  <a:defRPr sz="1200">
                <a:solidFill>
                  <a:srgbClr val="595959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  <a:defRPr sz="1200">
                <a:solidFill>
                  <a:srgbClr val="595959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■"/>
              <a:defRPr sz="1200">
                <a:solidFill>
                  <a:srgbClr val="595959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  <a:defRPr sz="1200">
                <a:solidFill>
                  <a:srgbClr val="595959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  <a:defRPr sz="12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7"/>
          <p:cNvSpPr txBox="1">
            <a:spLocks noGrp="1"/>
          </p:cNvSpPr>
          <p:nvPr>
            <p:ph type="title"/>
          </p:nvPr>
        </p:nvSpPr>
        <p:spPr>
          <a:xfrm>
            <a:off x="653666" y="600199"/>
            <a:ext cx="8490402" cy="545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7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8"/>
          <p:cNvSpPr/>
          <p:nvPr/>
        </p:nvSpPr>
        <p:spPr>
          <a:xfrm>
            <a:off x="6096000" y="-167"/>
            <a:ext cx="6096000" cy="68580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8"/>
          <p:cNvSpPr txBox="1">
            <a:spLocks noGrp="1"/>
          </p:cNvSpPr>
          <p:nvPr>
            <p:ph type="title"/>
          </p:nvPr>
        </p:nvSpPr>
        <p:spPr>
          <a:xfrm>
            <a:off x="354000" y="1644232"/>
            <a:ext cx="5393600" cy="19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8"/>
          <p:cNvSpPr txBox="1">
            <a:spLocks noGrp="1"/>
          </p:cNvSpPr>
          <p:nvPr>
            <p:ph type="body" idx="1"/>
          </p:nvPr>
        </p:nvSpPr>
        <p:spPr>
          <a:xfrm>
            <a:off x="354000" y="3737433"/>
            <a:ext cx="5393600" cy="164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defRPr sz="21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2" cy="492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8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9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401" cy="80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  <a:defRPr>
                <a:solidFill>
                  <a:srgbClr val="595959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■"/>
              <a:defRPr>
                <a:solidFill>
                  <a:srgbClr val="595959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  <a:defRPr>
                <a:solidFill>
                  <a:srgbClr val="595959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59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0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2" cy="261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0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2" cy="173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1pPr>
            <a:lvl2pPr marL="91440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2pPr>
            <a:lvl3pPr marL="137160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■"/>
              <a:defRPr>
                <a:solidFill>
                  <a:srgbClr val="595959"/>
                </a:solidFill>
              </a:defRPr>
            </a:lvl3pPr>
            <a:lvl4pPr marL="182880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4pPr>
            <a:lvl5pPr marL="228600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60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1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91" name="Google Shape;91;p61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2"/>
            <a:ext cx="12189632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61" descr="Picture 8"/>
          <p:cNvPicPr preferRelativeResize="0"/>
          <p:nvPr/>
        </p:nvPicPr>
        <p:blipFill rotWithShape="1">
          <a:blip r:embed="rId3">
            <a:alphaModFix/>
          </a:blip>
          <a:srcRect l="389" b="648"/>
          <a:stretch/>
        </p:blipFill>
        <p:spPr>
          <a:xfrm>
            <a:off x="-2" y="0"/>
            <a:ext cx="1218963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61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2" y="-2"/>
            <a:ext cx="12195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1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2"/>
          <p:cNvSpPr>
            <a:spLocks noGrp="1"/>
          </p:cNvSpPr>
          <p:nvPr>
            <p:ph type="pic" idx="2"/>
          </p:nvPr>
        </p:nvSpPr>
        <p:spPr>
          <a:xfrm>
            <a:off x="11015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2"/>
          <p:cNvSpPr>
            <a:spLocks noGrp="1"/>
          </p:cNvSpPr>
          <p:nvPr>
            <p:ph type="pic" idx="3"/>
          </p:nvPr>
        </p:nvSpPr>
        <p:spPr>
          <a:xfrm>
            <a:off x="282688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62"/>
          <p:cNvSpPr>
            <a:spLocks noGrp="1"/>
          </p:cNvSpPr>
          <p:nvPr>
            <p:ph type="pic" idx="4"/>
          </p:nvPr>
        </p:nvSpPr>
        <p:spPr>
          <a:xfrm>
            <a:off x="4595221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62"/>
          <p:cNvSpPr>
            <a:spLocks noGrp="1"/>
          </p:cNvSpPr>
          <p:nvPr>
            <p:ph type="pic" idx="5"/>
          </p:nvPr>
        </p:nvSpPr>
        <p:spPr>
          <a:xfrm>
            <a:off x="6361343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62"/>
          <p:cNvSpPr>
            <a:spLocks noGrp="1"/>
          </p:cNvSpPr>
          <p:nvPr>
            <p:ph type="pic" idx="6"/>
          </p:nvPr>
        </p:nvSpPr>
        <p:spPr>
          <a:xfrm>
            <a:off x="81274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62"/>
          <p:cNvSpPr>
            <a:spLocks noGrp="1"/>
          </p:cNvSpPr>
          <p:nvPr>
            <p:ph type="pic" idx="7"/>
          </p:nvPr>
        </p:nvSpPr>
        <p:spPr>
          <a:xfrm>
            <a:off x="9893588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pic>
        <p:nvPicPr>
          <p:cNvPr id="102" name="Google Shape;102;p62" descr="Picture 4"/>
          <p:cNvPicPr preferRelativeResize="0"/>
          <p:nvPr/>
        </p:nvPicPr>
        <p:blipFill rotWithShape="1">
          <a:blip r:embed="rId2">
            <a:alphaModFix/>
          </a:blip>
          <a:srcRect l="352" b="853"/>
          <a:stretch/>
        </p:blipFill>
        <p:spPr>
          <a:xfrm>
            <a:off x="0" y="-1"/>
            <a:ext cx="1218951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2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3"/>
          <p:cNvSpPr>
            <a:spLocks noGrp="1"/>
          </p:cNvSpPr>
          <p:nvPr>
            <p:ph type="pic" idx="2"/>
          </p:nvPr>
        </p:nvSpPr>
        <p:spPr>
          <a:xfrm>
            <a:off x="890218" y="5235554"/>
            <a:ext cx="810002" cy="810002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63"/>
          <p:cNvSpPr>
            <a:spLocks noGrp="1"/>
          </p:cNvSpPr>
          <p:nvPr>
            <p:ph type="pic" idx="3"/>
          </p:nvPr>
        </p:nvSpPr>
        <p:spPr>
          <a:xfrm>
            <a:off x="2800355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63"/>
          <p:cNvSpPr>
            <a:spLocks noGrp="1"/>
          </p:cNvSpPr>
          <p:nvPr>
            <p:ph type="pic" idx="4"/>
          </p:nvPr>
        </p:nvSpPr>
        <p:spPr>
          <a:xfrm>
            <a:off x="4727816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63"/>
          <p:cNvSpPr>
            <a:spLocks noGrp="1"/>
          </p:cNvSpPr>
          <p:nvPr>
            <p:ph type="pic" idx="5"/>
          </p:nvPr>
        </p:nvSpPr>
        <p:spPr>
          <a:xfrm>
            <a:off x="6637952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63"/>
          <p:cNvSpPr>
            <a:spLocks noGrp="1"/>
          </p:cNvSpPr>
          <p:nvPr>
            <p:ph type="pic" idx="6"/>
          </p:nvPr>
        </p:nvSpPr>
        <p:spPr>
          <a:xfrm>
            <a:off x="8565414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63"/>
          <p:cNvSpPr>
            <a:spLocks noGrp="1"/>
          </p:cNvSpPr>
          <p:nvPr>
            <p:ph type="pic" idx="7"/>
          </p:nvPr>
        </p:nvSpPr>
        <p:spPr>
          <a:xfrm>
            <a:off x="10475551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63"/>
          <p:cNvSpPr>
            <a:spLocks noGrp="1"/>
          </p:cNvSpPr>
          <p:nvPr>
            <p:ph type="pic" idx="8"/>
          </p:nvPr>
        </p:nvSpPr>
        <p:spPr>
          <a:xfrm>
            <a:off x="1709577" y="3238850"/>
            <a:ext cx="1080004" cy="1080002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63"/>
          <p:cNvSpPr>
            <a:spLocks noGrp="1"/>
          </p:cNvSpPr>
          <p:nvPr>
            <p:ph type="pic" idx="9"/>
          </p:nvPr>
        </p:nvSpPr>
        <p:spPr>
          <a:xfrm>
            <a:off x="5547176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63"/>
          <p:cNvSpPr>
            <a:spLocks noGrp="1"/>
          </p:cNvSpPr>
          <p:nvPr>
            <p:ph type="pic" idx="13"/>
          </p:nvPr>
        </p:nvSpPr>
        <p:spPr>
          <a:xfrm>
            <a:off x="9384772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63"/>
          <p:cNvSpPr>
            <a:spLocks noGrp="1"/>
          </p:cNvSpPr>
          <p:nvPr>
            <p:ph type="pic" idx="14"/>
          </p:nvPr>
        </p:nvSpPr>
        <p:spPr>
          <a:xfrm>
            <a:off x="5410791" y="1012531"/>
            <a:ext cx="1312734" cy="1306803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63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4"/>
          <p:cNvSpPr>
            <a:spLocks noGrp="1"/>
          </p:cNvSpPr>
          <p:nvPr>
            <p:ph type="pic" idx="2"/>
          </p:nvPr>
        </p:nvSpPr>
        <p:spPr>
          <a:xfrm>
            <a:off x="184597" y="0"/>
            <a:ext cx="328930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64"/>
          <p:cNvSpPr>
            <a:spLocks noGrp="1"/>
          </p:cNvSpPr>
          <p:nvPr>
            <p:ph type="pic" idx="3"/>
          </p:nvPr>
        </p:nvSpPr>
        <p:spPr>
          <a:xfrm>
            <a:off x="8718101" y="0"/>
            <a:ext cx="328930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64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5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entury Gothic"/>
              <a:buNone/>
              <a:defRPr sz="6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5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6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6"/>
          <p:cNvSpPr>
            <a:spLocks noGrp="1"/>
          </p:cNvSpPr>
          <p:nvPr>
            <p:ph type="pic" idx="2"/>
          </p:nvPr>
        </p:nvSpPr>
        <p:spPr>
          <a:xfrm>
            <a:off x="4689138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66"/>
          <p:cNvSpPr>
            <a:spLocks noGrp="1"/>
          </p:cNvSpPr>
          <p:nvPr>
            <p:ph type="pic" idx="3"/>
          </p:nvPr>
        </p:nvSpPr>
        <p:spPr>
          <a:xfrm>
            <a:off x="1125881" y="2491270"/>
            <a:ext cx="2807037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66"/>
          <p:cNvSpPr>
            <a:spLocks noGrp="1"/>
          </p:cNvSpPr>
          <p:nvPr>
            <p:ph type="pic" idx="4"/>
          </p:nvPr>
        </p:nvSpPr>
        <p:spPr>
          <a:xfrm>
            <a:off x="8252396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6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7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6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2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67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3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8"/>
          <p:cNvSpPr txBox="1">
            <a:spLocks noGrp="1"/>
          </p:cNvSpPr>
          <p:nvPr>
            <p:ph type="title"/>
          </p:nvPr>
        </p:nvSpPr>
        <p:spPr>
          <a:xfrm>
            <a:off x="415611" y="992767"/>
            <a:ext cx="11360802" cy="273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sz="6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8"/>
          <p:cNvSpPr txBox="1">
            <a:spLocks noGrp="1"/>
          </p:cNvSpPr>
          <p:nvPr>
            <p:ph type="body" idx="1"/>
          </p:nvPr>
        </p:nvSpPr>
        <p:spPr>
          <a:xfrm>
            <a:off x="415600" y="3778832"/>
            <a:ext cx="11360802" cy="105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700"/>
              <a:buFont typeface="Arial"/>
              <a:buNone/>
              <a:defRPr sz="37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68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9"/>
          <p:cNvSpPr txBox="1">
            <a:spLocks noGrp="1"/>
          </p:cNvSpPr>
          <p:nvPr>
            <p:ph type="title"/>
          </p:nvPr>
        </p:nvSpPr>
        <p:spPr>
          <a:xfrm>
            <a:off x="415600" y="2867798"/>
            <a:ext cx="11360802" cy="11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9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 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sz="3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7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■"/>
              <a:defRPr>
                <a:solidFill>
                  <a:srgbClr val="595959"/>
                </a:solidFill>
              </a:defRPr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solidFill>
                  <a:srgbClr val="595959"/>
                </a:solidFill>
              </a:defRPr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70"/>
          <p:cNvSpPr txBox="1">
            <a:spLocks noGrp="1"/>
          </p:cNvSpPr>
          <p:nvPr>
            <p:ph type="body" idx="2"/>
          </p:nvPr>
        </p:nvSpPr>
        <p:spPr>
          <a:xfrm>
            <a:off x="6443200" y="1536631"/>
            <a:ext cx="5333201" cy="455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70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sz="3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71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 2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2"/>
          <p:cNvSpPr txBox="1">
            <a:spLocks noGrp="1"/>
          </p:cNvSpPr>
          <p:nvPr>
            <p:ph type="title"/>
          </p:nvPr>
        </p:nvSpPr>
        <p:spPr>
          <a:xfrm>
            <a:off x="415600" y="740799"/>
            <a:ext cx="3744001" cy="10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2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1" cy="423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>
                <a:solidFill>
                  <a:srgbClr val="595959"/>
                </a:solidFill>
              </a:defRPr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  <a:defRPr sz="1600">
                <a:solidFill>
                  <a:srgbClr val="595959"/>
                </a:solidFill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■"/>
              <a:defRPr sz="1600">
                <a:solidFill>
                  <a:srgbClr val="595959"/>
                </a:solidFill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>
                <a:solidFill>
                  <a:srgbClr val="595959"/>
                </a:solidFill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  <a:defRPr sz="16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72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 2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3"/>
          <p:cNvSpPr txBox="1">
            <a:spLocks noGrp="1"/>
          </p:cNvSpPr>
          <p:nvPr>
            <p:ph type="title"/>
          </p:nvPr>
        </p:nvSpPr>
        <p:spPr>
          <a:xfrm>
            <a:off x="653666" y="600199"/>
            <a:ext cx="8490402" cy="545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73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 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4"/>
          <p:cNvSpPr/>
          <p:nvPr/>
        </p:nvSpPr>
        <p:spPr>
          <a:xfrm>
            <a:off x="6096000" y="-167"/>
            <a:ext cx="6096000" cy="68580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4"/>
          <p:cNvSpPr txBox="1">
            <a:spLocks noGrp="1"/>
          </p:cNvSpPr>
          <p:nvPr>
            <p:ph type="title"/>
          </p:nvPr>
        </p:nvSpPr>
        <p:spPr>
          <a:xfrm>
            <a:off x="354000" y="1644232"/>
            <a:ext cx="5393600" cy="19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74"/>
          <p:cNvSpPr txBox="1">
            <a:spLocks noGrp="1"/>
          </p:cNvSpPr>
          <p:nvPr>
            <p:ph type="body" idx="1"/>
          </p:nvPr>
        </p:nvSpPr>
        <p:spPr>
          <a:xfrm>
            <a:off x="354000" y="3737433"/>
            <a:ext cx="5393600" cy="164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7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2" cy="492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74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 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5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401" cy="80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>
                <a:solidFill>
                  <a:srgbClr val="595959"/>
                </a:solidFill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○"/>
              <a:defRPr sz="2400">
                <a:solidFill>
                  <a:srgbClr val="595959"/>
                </a:solidFill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■"/>
              <a:defRPr sz="2400">
                <a:solidFill>
                  <a:srgbClr val="595959"/>
                </a:solidFill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●"/>
              <a:defRPr sz="2400">
                <a:solidFill>
                  <a:srgbClr val="595959"/>
                </a:solidFill>
              </a:defRPr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○"/>
              <a:defRPr sz="24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75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6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2" cy="261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  <a:defRPr sz="1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76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2" cy="173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>
                <a:solidFill>
                  <a:srgbClr val="595959"/>
                </a:solidFill>
              </a:defRPr>
            </a:lvl1pPr>
            <a:lvl2pPr marL="914400" lvl="1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○"/>
              <a:defRPr sz="2400">
                <a:solidFill>
                  <a:srgbClr val="595959"/>
                </a:solidFill>
              </a:defRPr>
            </a:lvl2pPr>
            <a:lvl3pPr marL="1371600" lvl="2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■"/>
              <a:defRPr sz="2400">
                <a:solidFill>
                  <a:srgbClr val="595959"/>
                </a:solidFill>
              </a:defRPr>
            </a:lvl3pPr>
            <a:lvl4pPr marL="1828800" lvl="3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>
                <a:solidFill>
                  <a:srgbClr val="595959"/>
                </a:solidFill>
              </a:defRPr>
            </a:lvl4pPr>
            <a:lvl5pPr marL="2286000" lvl="4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○"/>
              <a:defRPr sz="24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76"/>
          <p:cNvSpPr txBox="1">
            <a:spLocks noGrp="1"/>
          </p:cNvSpPr>
          <p:nvPr>
            <p:ph type="sldNum" idx="12"/>
          </p:nvPr>
        </p:nvSpPr>
        <p:spPr>
          <a:xfrm>
            <a:off x="11649022" y="6295998"/>
            <a:ext cx="379191" cy="36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77" descr="Pictur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7"/>
          <p:cNvSpPr txBox="1">
            <a:spLocks noGrp="1"/>
          </p:cNvSpPr>
          <p:nvPr>
            <p:ph type="title"/>
          </p:nvPr>
        </p:nvSpPr>
        <p:spPr>
          <a:xfrm>
            <a:off x="5645425" y="1122362"/>
            <a:ext cx="6133866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77"/>
          <p:cNvSpPr txBox="1">
            <a:spLocks noGrp="1"/>
          </p:cNvSpPr>
          <p:nvPr>
            <p:ph type="body" idx="1"/>
          </p:nvPr>
        </p:nvSpPr>
        <p:spPr>
          <a:xfrm>
            <a:off x="5645422" y="3602037"/>
            <a:ext cx="6133866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7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78" descr="Picture 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5"/>
            <a:ext cx="12194748" cy="702112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8"/>
          <p:cNvSpPr txBox="1">
            <a:spLocks noGrp="1"/>
          </p:cNvSpPr>
          <p:nvPr>
            <p:ph type="title"/>
          </p:nvPr>
        </p:nvSpPr>
        <p:spPr>
          <a:xfrm>
            <a:off x="6321287" y="1122362"/>
            <a:ext cx="5458003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78"/>
          <p:cNvSpPr txBox="1">
            <a:spLocks noGrp="1"/>
          </p:cNvSpPr>
          <p:nvPr>
            <p:ph type="body" idx="1"/>
          </p:nvPr>
        </p:nvSpPr>
        <p:spPr>
          <a:xfrm>
            <a:off x="6321285" y="3602037"/>
            <a:ext cx="5458003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7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 2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79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9"/>
          <p:cNvSpPr txBox="1">
            <a:spLocks noGrp="1"/>
          </p:cNvSpPr>
          <p:nvPr>
            <p:ph type="body" idx="1"/>
          </p:nvPr>
        </p:nvSpPr>
        <p:spPr>
          <a:xfrm>
            <a:off x="838200" y="1181337"/>
            <a:ext cx="5181600" cy="49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79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79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80" descr="Pictur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0"/>
          <p:cNvSpPr txBox="1">
            <a:spLocks noGrp="1"/>
          </p:cNvSpPr>
          <p:nvPr>
            <p:ph type="body" idx="1"/>
          </p:nvPr>
        </p:nvSpPr>
        <p:spPr>
          <a:xfrm>
            <a:off x="839787" y="1209740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80"/>
          <p:cNvSpPr txBox="1">
            <a:spLocks noGrp="1"/>
          </p:cNvSpPr>
          <p:nvPr>
            <p:ph type="body" idx="2"/>
          </p:nvPr>
        </p:nvSpPr>
        <p:spPr>
          <a:xfrm>
            <a:off x="6172200" y="1209740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80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80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8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3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82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2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 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83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83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83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 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8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84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84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86" descr="Google Shape;6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6"/>
          <p:cNvSpPr txBox="1">
            <a:spLocks noGrp="1"/>
          </p:cNvSpPr>
          <p:nvPr>
            <p:ph type="title"/>
          </p:nvPr>
        </p:nvSpPr>
        <p:spPr>
          <a:xfrm>
            <a:off x="5645425" y="1122362"/>
            <a:ext cx="6133866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86"/>
          <p:cNvSpPr txBox="1">
            <a:spLocks noGrp="1"/>
          </p:cNvSpPr>
          <p:nvPr>
            <p:ph type="body" idx="1"/>
          </p:nvPr>
        </p:nvSpPr>
        <p:spPr>
          <a:xfrm>
            <a:off x="5645422" y="3602037"/>
            <a:ext cx="6133866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86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3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87" descr="Google Shape;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5"/>
            <a:ext cx="12194748" cy="702112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7"/>
          <p:cNvSpPr txBox="1">
            <a:spLocks noGrp="1"/>
          </p:cNvSpPr>
          <p:nvPr>
            <p:ph type="title"/>
          </p:nvPr>
        </p:nvSpPr>
        <p:spPr>
          <a:xfrm>
            <a:off x="6321287" y="1122362"/>
            <a:ext cx="5458003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87"/>
          <p:cNvSpPr txBox="1">
            <a:spLocks noGrp="1"/>
          </p:cNvSpPr>
          <p:nvPr>
            <p:ph type="body" idx="1"/>
          </p:nvPr>
        </p:nvSpPr>
        <p:spPr>
          <a:xfrm>
            <a:off x="6321285" y="3602037"/>
            <a:ext cx="5458003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87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 3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88" descr="Google Shape;7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8"/>
          <p:cNvSpPr txBox="1">
            <a:spLocks noGrp="1"/>
          </p:cNvSpPr>
          <p:nvPr>
            <p:ph type="body" idx="1"/>
          </p:nvPr>
        </p:nvSpPr>
        <p:spPr>
          <a:xfrm>
            <a:off x="838200" y="1181337"/>
            <a:ext cx="5181600" cy="49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88"/>
          <p:cNvSpPr txBox="1">
            <a:spLocks noGrp="1"/>
          </p:cNvSpPr>
          <p:nvPr>
            <p:ph type="body" idx="2"/>
          </p:nvPr>
        </p:nvSpPr>
        <p:spPr>
          <a:xfrm>
            <a:off x="6172200" y="1181336"/>
            <a:ext cx="5181600" cy="49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88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88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 3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89" descr="Google Shape;8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9"/>
          <p:cNvSpPr txBox="1">
            <a:spLocks noGrp="1"/>
          </p:cNvSpPr>
          <p:nvPr>
            <p:ph type="body" idx="1"/>
          </p:nvPr>
        </p:nvSpPr>
        <p:spPr>
          <a:xfrm>
            <a:off x="839787" y="1209740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89"/>
          <p:cNvSpPr txBox="1">
            <a:spLocks noGrp="1"/>
          </p:cNvSpPr>
          <p:nvPr>
            <p:ph type="body" idx="2"/>
          </p:nvPr>
        </p:nvSpPr>
        <p:spPr>
          <a:xfrm>
            <a:off x="839787" y="2033652"/>
            <a:ext cx="5157788" cy="415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89"/>
          <p:cNvSpPr txBox="1">
            <a:spLocks noGrp="1"/>
          </p:cNvSpPr>
          <p:nvPr>
            <p:ph type="body" idx="3"/>
          </p:nvPr>
        </p:nvSpPr>
        <p:spPr>
          <a:xfrm>
            <a:off x="6172200" y="1209740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89"/>
          <p:cNvSpPr txBox="1">
            <a:spLocks noGrp="1"/>
          </p:cNvSpPr>
          <p:nvPr>
            <p:ph type="body" idx="4"/>
          </p:nvPr>
        </p:nvSpPr>
        <p:spPr>
          <a:xfrm>
            <a:off x="6172200" y="2033652"/>
            <a:ext cx="5183188" cy="415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89"/>
          <p:cNvSpPr txBox="1">
            <a:spLocks noGrp="1"/>
          </p:cNvSpPr>
          <p:nvPr>
            <p:ph type="title"/>
          </p:nvPr>
        </p:nvSpPr>
        <p:spPr>
          <a:xfrm>
            <a:off x="1698169" y="18254"/>
            <a:ext cx="10200863" cy="9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89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3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90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4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91" descr="Google Shape;10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0774"/>
            <a:ext cx="12204611" cy="702680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1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 3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9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92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92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 3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93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3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93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94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40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94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5"/>
          <p:cNvSpPr txBox="1">
            <a:spLocks noGrp="1"/>
          </p:cNvSpPr>
          <p:nvPr>
            <p:ph type="title"/>
          </p:nvPr>
        </p:nvSpPr>
        <p:spPr>
          <a:xfrm rot="5400000">
            <a:off x="7133431" y="1956592"/>
            <a:ext cx="5811840" cy="262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9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95"/>
          <p:cNvSpPr txBox="1">
            <a:spLocks noGrp="1"/>
          </p:cNvSpPr>
          <p:nvPr>
            <p:ph type="sldNum" idx="1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5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96" descr="Picture 5"/>
          <p:cNvPicPr preferRelativeResize="0"/>
          <p:nvPr/>
        </p:nvPicPr>
        <p:blipFill rotWithShape="1">
          <a:blip r:embed="rId2">
            <a:alphaModFix/>
          </a:blip>
          <a:srcRect l="434" b="767"/>
          <a:stretch/>
        </p:blipFill>
        <p:spPr>
          <a:xfrm>
            <a:off x="0" y="-3"/>
            <a:ext cx="12189632" cy="68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 2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7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8" name="Google Shape;258;p97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2"/>
            <a:ext cx="12189632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97" descr="Picture 8"/>
          <p:cNvPicPr preferRelativeResize="0"/>
          <p:nvPr/>
        </p:nvPicPr>
        <p:blipFill rotWithShape="1">
          <a:blip r:embed="rId3">
            <a:alphaModFix/>
          </a:blip>
          <a:srcRect l="389" b="648"/>
          <a:stretch/>
        </p:blipFill>
        <p:spPr>
          <a:xfrm>
            <a:off x="-2" y="0"/>
            <a:ext cx="1218963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97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2" y="-2"/>
            <a:ext cx="12195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7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 2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8"/>
          <p:cNvSpPr>
            <a:spLocks noGrp="1"/>
          </p:cNvSpPr>
          <p:nvPr>
            <p:ph type="pic" idx="2"/>
          </p:nvPr>
        </p:nvSpPr>
        <p:spPr>
          <a:xfrm>
            <a:off x="11015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98"/>
          <p:cNvSpPr>
            <a:spLocks noGrp="1"/>
          </p:cNvSpPr>
          <p:nvPr>
            <p:ph type="pic" idx="3"/>
          </p:nvPr>
        </p:nvSpPr>
        <p:spPr>
          <a:xfrm>
            <a:off x="282688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98"/>
          <p:cNvSpPr>
            <a:spLocks noGrp="1"/>
          </p:cNvSpPr>
          <p:nvPr>
            <p:ph type="pic" idx="4"/>
          </p:nvPr>
        </p:nvSpPr>
        <p:spPr>
          <a:xfrm>
            <a:off x="4595221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98"/>
          <p:cNvSpPr>
            <a:spLocks noGrp="1"/>
          </p:cNvSpPr>
          <p:nvPr>
            <p:ph type="pic" idx="5"/>
          </p:nvPr>
        </p:nvSpPr>
        <p:spPr>
          <a:xfrm>
            <a:off x="6361343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98"/>
          <p:cNvSpPr>
            <a:spLocks noGrp="1"/>
          </p:cNvSpPr>
          <p:nvPr>
            <p:ph type="pic" idx="6"/>
          </p:nvPr>
        </p:nvSpPr>
        <p:spPr>
          <a:xfrm>
            <a:off x="81274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98"/>
          <p:cNvSpPr>
            <a:spLocks noGrp="1"/>
          </p:cNvSpPr>
          <p:nvPr>
            <p:ph type="pic" idx="7"/>
          </p:nvPr>
        </p:nvSpPr>
        <p:spPr>
          <a:xfrm>
            <a:off x="9893588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pic>
        <p:nvPicPr>
          <p:cNvPr id="269" name="Google Shape;269;p98" descr="Picture 4"/>
          <p:cNvPicPr preferRelativeResize="0"/>
          <p:nvPr/>
        </p:nvPicPr>
        <p:blipFill rotWithShape="1">
          <a:blip r:embed="rId2">
            <a:alphaModFix/>
          </a:blip>
          <a:srcRect l="352" b="853"/>
          <a:stretch/>
        </p:blipFill>
        <p:spPr>
          <a:xfrm>
            <a:off x="0" y="-1"/>
            <a:ext cx="1218951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8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 2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9"/>
          <p:cNvSpPr>
            <a:spLocks noGrp="1"/>
          </p:cNvSpPr>
          <p:nvPr>
            <p:ph type="pic" idx="2"/>
          </p:nvPr>
        </p:nvSpPr>
        <p:spPr>
          <a:xfrm>
            <a:off x="890218" y="5235554"/>
            <a:ext cx="810002" cy="810002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99"/>
          <p:cNvSpPr>
            <a:spLocks noGrp="1"/>
          </p:cNvSpPr>
          <p:nvPr>
            <p:ph type="pic" idx="3"/>
          </p:nvPr>
        </p:nvSpPr>
        <p:spPr>
          <a:xfrm>
            <a:off x="2800355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99"/>
          <p:cNvSpPr>
            <a:spLocks noGrp="1"/>
          </p:cNvSpPr>
          <p:nvPr>
            <p:ph type="pic" idx="4"/>
          </p:nvPr>
        </p:nvSpPr>
        <p:spPr>
          <a:xfrm>
            <a:off x="4727816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99"/>
          <p:cNvSpPr>
            <a:spLocks noGrp="1"/>
          </p:cNvSpPr>
          <p:nvPr>
            <p:ph type="pic" idx="5"/>
          </p:nvPr>
        </p:nvSpPr>
        <p:spPr>
          <a:xfrm>
            <a:off x="6637952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99"/>
          <p:cNvSpPr>
            <a:spLocks noGrp="1"/>
          </p:cNvSpPr>
          <p:nvPr>
            <p:ph type="pic" idx="6"/>
          </p:nvPr>
        </p:nvSpPr>
        <p:spPr>
          <a:xfrm>
            <a:off x="8565414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99"/>
          <p:cNvSpPr>
            <a:spLocks noGrp="1"/>
          </p:cNvSpPr>
          <p:nvPr>
            <p:ph type="pic" idx="7"/>
          </p:nvPr>
        </p:nvSpPr>
        <p:spPr>
          <a:xfrm>
            <a:off x="10475551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99"/>
          <p:cNvSpPr>
            <a:spLocks noGrp="1"/>
          </p:cNvSpPr>
          <p:nvPr>
            <p:ph type="pic" idx="8"/>
          </p:nvPr>
        </p:nvSpPr>
        <p:spPr>
          <a:xfrm>
            <a:off x="1709577" y="3238850"/>
            <a:ext cx="1080004" cy="1080002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99"/>
          <p:cNvSpPr>
            <a:spLocks noGrp="1"/>
          </p:cNvSpPr>
          <p:nvPr>
            <p:ph type="pic" idx="9"/>
          </p:nvPr>
        </p:nvSpPr>
        <p:spPr>
          <a:xfrm>
            <a:off x="5547176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99"/>
          <p:cNvSpPr>
            <a:spLocks noGrp="1"/>
          </p:cNvSpPr>
          <p:nvPr>
            <p:ph type="pic" idx="13"/>
          </p:nvPr>
        </p:nvSpPr>
        <p:spPr>
          <a:xfrm>
            <a:off x="9384772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99"/>
          <p:cNvSpPr>
            <a:spLocks noGrp="1"/>
          </p:cNvSpPr>
          <p:nvPr>
            <p:ph type="pic" idx="14"/>
          </p:nvPr>
        </p:nvSpPr>
        <p:spPr>
          <a:xfrm>
            <a:off x="5410791" y="1012531"/>
            <a:ext cx="1312734" cy="1306803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99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 2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0"/>
          <p:cNvSpPr>
            <a:spLocks noGrp="1"/>
          </p:cNvSpPr>
          <p:nvPr>
            <p:ph type="pic" idx="2"/>
          </p:nvPr>
        </p:nvSpPr>
        <p:spPr>
          <a:xfrm>
            <a:off x="184597" y="0"/>
            <a:ext cx="328930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100"/>
          <p:cNvSpPr>
            <a:spLocks noGrp="1"/>
          </p:cNvSpPr>
          <p:nvPr>
            <p:ph type="pic" idx="3"/>
          </p:nvPr>
        </p:nvSpPr>
        <p:spPr>
          <a:xfrm>
            <a:off x="8718101" y="0"/>
            <a:ext cx="328930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100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5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01" descr="Picture 11"/>
          <p:cNvPicPr preferRelativeResize="0"/>
          <p:nvPr/>
        </p:nvPicPr>
        <p:blipFill rotWithShape="1">
          <a:blip r:embed="rId2">
            <a:alphaModFix/>
          </a:blip>
          <a:srcRect l="372" b="842"/>
          <a:stretch/>
        </p:blipFill>
        <p:spPr>
          <a:xfrm>
            <a:off x="0" y="-1"/>
            <a:ext cx="121896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0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101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 2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2"/>
          <p:cNvSpPr>
            <a:spLocks noGrp="1"/>
          </p:cNvSpPr>
          <p:nvPr>
            <p:ph type="pic" idx="2"/>
          </p:nvPr>
        </p:nvSpPr>
        <p:spPr>
          <a:xfrm>
            <a:off x="4689138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102"/>
          <p:cNvSpPr>
            <a:spLocks noGrp="1"/>
          </p:cNvSpPr>
          <p:nvPr>
            <p:ph type="pic" idx="3"/>
          </p:nvPr>
        </p:nvSpPr>
        <p:spPr>
          <a:xfrm>
            <a:off x="1125881" y="2491270"/>
            <a:ext cx="2807037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102"/>
          <p:cNvSpPr>
            <a:spLocks noGrp="1"/>
          </p:cNvSpPr>
          <p:nvPr>
            <p:ph type="pic" idx="4"/>
          </p:nvPr>
        </p:nvSpPr>
        <p:spPr>
          <a:xfrm>
            <a:off x="8252396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102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4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3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03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103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6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104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4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05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10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 4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106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 4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7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7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107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10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4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0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6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9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 4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0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10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110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110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 4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1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11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111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11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 7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12" descr="Picture 5"/>
          <p:cNvPicPr preferRelativeResize="0"/>
          <p:nvPr/>
        </p:nvPicPr>
        <p:blipFill rotWithShape="1">
          <a:blip r:embed="rId2">
            <a:alphaModFix/>
          </a:blip>
          <a:srcRect l="434" b="767"/>
          <a:stretch/>
        </p:blipFill>
        <p:spPr>
          <a:xfrm>
            <a:off x="0" y="-3"/>
            <a:ext cx="12189632" cy="68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2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 4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3"/>
          <p:cNvSpPr>
            <a:spLocks noGrp="1"/>
          </p:cNvSpPr>
          <p:nvPr>
            <p:ph type="pic" idx="2"/>
          </p:nvPr>
        </p:nvSpPr>
        <p:spPr>
          <a:xfrm>
            <a:off x="5181598" y="2928597"/>
            <a:ext cx="2133603" cy="2130426"/>
          </a:xfrm>
          <a:prstGeom prst="rect">
            <a:avLst/>
          </a:prstGeom>
          <a:noFill/>
          <a:ln>
            <a:noFill/>
          </a:ln>
        </p:spPr>
      </p:sp>
      <p:pic>
        <p:nvPicPr>
          <p:cNvPr id="338" name="Google Shape;338;p113" descr="Picture 4"/>
          <p:cNvPicPr preferRelativeResize="0"/>
          <p:nvPr/>
        </p:nvPicPr>
        <p:blipFill rotWithShape="1">
          <a:blip r:embed="rId2">
            <a:alphaModFix/>
          </a:blip>
          <a:srcRect l="347" b="615"/>
          <a:stretch/>
        </p:blipFill>
        <p:spPr>
          <a:xfrm>
            <a:off x="-2" y="-2"/>
            <a:ext cx="1218963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3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 3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4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42" name="Google Shape;342;p114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2"/>
            <a:ext cx="12189632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14" descr="Picture 8"/>
          <p:cNvPicPr preferRelativeResize="0"/>
          <p:nvPr/>
        </p:nvPicPr>
        <p:blipFill rotWithShape="1">
          <a:blip r:embed="rId3">
            <a:alphaModFix/>
          </a:blip>
          <a:srcRect l="389" b="648"/>
          <a:stretch/>
        </p:blipFill>
        <p:spPr>
          <a:xfrm>
            <a:off x="-2" y="0"/>
            <a:ext cx="1218963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14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2" y="-2"/>
            <a:ext cx="12195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4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 3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5"/>
          <p:cNvSpPr>
            <a:spLocks noGrp="1"/>
          </p:cNvSpPr>
          <p:nvPr>
            <p:ph type="pic" idx="2"/>
          </p:nvPr>
        </p:nvSpPr>
        <p:spPr>
          <a:xfrm>
            <a:off x="11015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115"/>
          <p:cNvSpPr>
            <a:spLocks noGrp="1"/>
          </p:cNvSpPr>
          <p:nvPr>
            <p:ph type="pic" idx="3"/>
          </p:nvPr>
        </p:nvSpPr>
        <p:spPr>
          <a:xfrm>
            <a:off x="282688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115"/>
          <p:cNvSpPr>
            <a:spLocks noGrp="1"/>
          </p:cNvSpPr>
          <p:nvPr>
            <p:ph type="pic" idx="4"/>
          </p:nvPr>
        </p:nvSpPr>
        <p:spPr>
          <a:xfrm>
            <a:off x="4595221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115"/>
          <p:cNvSpPr>
            <a:spLocks noGrp="1"/>
          </p:cNvSpPr>
          <p:nvPr>
            <p:ph type="pic" idx="5"/>
          </p:nvPr>
        </p:nvSpPr>
        <p:spPr>
          <a:xfrm>
            <a:off x="6361343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115"/>
          <p:cNvSpPr>
            <a:spLocks noGrp="1"/>
          </p:cNvSpPr>
          <p:nvPr>
            <p:ph type="pic" idx="6"/>
          </p:nvPr>
        </p:nvSpPr>
        <p:spPr>
          <a:xfrm>
            <a:off x="8127465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115"/>
          <p:cNvSpPr>
            <a:spLocks noGrp="1"/>
          </p:cNvSpPr>
          <p:nvPr>
            <p:ph type="pic" idx="7"/>
          </p:nvPr>
        </p:nvSpPr>
        <p:spPr>
          <a:xfrm>
            <a:off x="9893588" y="4092575"/>
            <a:ext cx="1162210" cy="1162050"/>
          </a:xfrm>
          <a:prstGeom prst="rect">
            <a:avLst/>
          </a:prstGeom>
          <a:noFill/>
          <a:ln>
            <a:noFill/>
          </a:ln>
        </p:spPr>
      </p:sp>
      <p:pic>
        <p:nvPicPr>
          <p:cNvPr id="353" name="Google Shape;353;p115" descr="Picture 4"/>
          <p:cNvPicPr preferRelativeResize="0"/>
          <p:nvPr/>
        </p:nvPicPr>
        <p:blipFill rotWithShape="1">
          <a:blip r:embed="rId2">
            <a:alphaModFix/>
          </a:blip>
          <a:srcRect l="352" b="853"/>
          <a:stretch/>
        </p:blipFill>
        <p:spPr>
          <a:xfrm>
            <a:off x="0" y="-1"/>
            <a:ext cx="1218951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15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 3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6"/>
          <p:cNvSpPr>
            <a:spLocks noGrp="1"/>
          </p:cNvSpPr>
          <p:nvPr>
            <p:ph type="pic" idx="2"/>
          </p:nvPr>
        </p:nvSpPr>
        <p:spPr>
          <a:xfrm>
            <a:off x="890218" y="5235554"/>
            <a:ext cx="810002" cy="810002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116"/>
          <p:cNvSpPr>
            <a:spLocks noGrp="1"/>
          </p:cNvSpPr>
          <p:nvPr>
            <p:ph type="pic" idx="3"/>
          </p:nvPr>
        </p:nvSpPr>
        <p:spPr>
          <a:xfrm>
            <a:off x="2800355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116"/>
          <p:cNvSpPr>
            <a:spLocks noGrp="1"/>
          </p:cNvSpPr>
          <p:nvPr>
            <p:ph type="pic" idx="4"/>
          </p:nvPr>
        </p:nvSpPr>
        <p:spPr>
          <a:xfrm>
            <a:off x="4727816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116"/>
          <p:cNvSpPr>
            <a:spLocks noGrp="1"/>
          </p:cNvSpPr>
          <p:nvPr>
            <p:ph type="pic" idx="5"/>
          </p:nvPr>
        </p:nvSpPr>
        <p:spPr>
          <a:xfrm>
            <a:off x="6637952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116"/>
          <p:cNvSpPr>
            <a:spLocks noGrp="1"/>
          </p:cNvSpPr>
          <p:nvPr>
            <p:ph type="pic" idx="6"/>
          </p:nvPr>
        </p:nvSpPr>
        <p:spPr>
          <a:xfrm>
            <a:off x="8565414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116"/>
          <p:cNvSpPr>
            <a:spLocks noGrp="1"/>
          </p:cNvSpPr>
          <p:nvPr>
            <p:ph type="pic" idx="7"/>
          </p:nvPr>
        </p:nvSpPr>
        <p:spPr>
          <a:xfrm>
            <a:off x="10475551" y="5234135"/>
            <a:ext cx="810002" cy="811422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116"/>
          <p:cNvSpPr>
            <a:spLocks noGrp="1"/>
          </p:cNvSpPr>
          <p:nvPr>
            <p:ph type="pic" idx="8"/>
          </p:nvPr>
        </p:nvSpPr>
        <p:spPr>
          <a:xfrm>
            <a:off x="1709577" y="3238850"/>
            <a:ext cx="1080004" cy="1080002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116"/>
          <p:cNvSpPr>
            <a:spLocks noGrp="1"/>
          </p:cNvSpPr>
          <p:nvPr>
            <p:ph type="pic" idx="9"/>
          </p:nvPr>
        </p:nvSpPr>
        <p:spPr>
          <a:xfrm>
            <a:off x="5547176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116"/>
          <p:cNvSpPr>
            <a:spLocks noGrp="1"/>
          </p:cNvSpPr>
          <p:nvPr>
            <p:ph type="pic" idx="13"/>
          </p:nvPr>
        </p:nvSpPr>
        <p:spPr>
          <a:xfrm>
            <a:off x="9384772" y="3238849"/>
            <a:ext cx="1080002" cy="1080003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116"/>
          <p:cNvSpPr>
            <a:spLocks noGrp="1"/>
          </p:cNvSpPr>
          <p:nvPr>
            <p:ph type="pic" idx="14"/>
          </p:nvPr>
        </p:nvSpPr>
        <p:spPr>
          <a:xfrm>
            <a:off x="5410791" y="1012531"/>
            <a:ext cx="1312734" cy="1306803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116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 3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7"/>
          <p:cNvSpPr>
            <a:spLocks noGrp="1"/>
          </p:cNvSpPr>
          <p:nvPr>
            <p:ph type="pic" idx="2"/>
          </p:nvPr>
        </p:nvSpPr>
        <p:spPr>
          <a:xfrm>
            <a:off x="184597" y="0"/>
            <a:ext cx="328930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117"/>
          <p:cNvSpPr>
            <a:spLocks noGrp="1"/>
          </p:cNvSpPr>
          <p:nvPr>
            <p:ph type="pic" idx="3"/>
          </p:nvPr>
        </p:nvSpPr>
        <p:spPr>
          <a:xfrm>
            <a:off x="8718101" y="0"/>
            <a:ext cx="328930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117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7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118" descr="Picture 11"/>
          <p:cNvPicPr preferRelativeResize="0"/>
          <p:nvPr/>
        </p:nvPicPr>
        <p:blipFill rotWithShape="1">
          <a:blip r:embed="rId2">
            <a:alphaModFix/>
          </a:blip>
          <a:srcRect l="372" b="842"/>
          <a:stretch/>
        </p:blipFill>
        <p:spPr>
          <a:xfrm>
            <a:off x="0" y="-1"/>
            <a:ext cx="121896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entury Gothic"/>
              <a:buNone/>
              <a:defRPr sz="44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1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118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 3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9"/>
          <p:cNvSpPr>
            <a:spLocks noGrp="1"/>
          </p:cNvSpPr>
          <p:nvPr>
            <p:ph type="pic" idx="2"/>
          </p:nvPr>
        </p:nvSpPr>
        <p:spPr>
          <a:xfrm>
            <a:off x="4689138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119"/>
          <p:cNvSpPr>
            <a:spLocks noGrp="1"/>
          </p:cNvSpPr>
          <p:nvPr>
            <p:ph type="pic" idx="3"/>
          </p:nvPr>
        </p:nvSpPr>
        <p:spPr>
          <a:xfrm>
            <a:off x="1125881" y="2491270"/>
            <a:ext cx="2807037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119"/>
          <p:cNvSpPr>
            <a:spLocks noGrp="1"/>
          </p:cNvSpPr>
          <p:nvPr>
            <p:ph type="pic" idx="4"/>
          </p:nvPr>
        </p:nvSpPr>
        <p:spPr>
          <a:xfrm>
            <a:off x="8252396" y="2491270"/>
            <a:ext cx="2807038" cy="280463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119"/>
          <p:cNvSpPr txBox="1">
            <a:spLocks noGrp="1"/>
          </p:cNvSpPr>
          <p:nvPr>
            <p:ph type="sldNum" idx="12"/>
          </p:nvPr>
        </p:nvSpPr>
        <p:spPr>
          <a:xfrm>
            <a:off x="11933378" y="5841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1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1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9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4" name="Google Shape;434;p1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19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0" name="Google Shape;440;p1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1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1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19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1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1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1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19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3" name="Google Shape;453;p19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4" name="Google Shape;454;p19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5" name="Google Shape;455;p19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p19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1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1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9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67" name="Google Shape;467;p19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8" name="Google Shape;468;p1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19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19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75" name="Google Shape;475;p1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1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9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1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20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2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2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412529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Blank" type="tx">
  <p:cSld name="4_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>
            <a:spLocks noGrp="1"/>
          </p:cNvSpPr>
          <p:nvPr>
            <p:ph type="pic" idx="2"/>
          </p:nvPr>
        </p:nvSpPr>
        <p:spPr>
          <a:xfrm>
            <a:off x="0" y="0"/>
            <a:ext cx="47371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" name="Google Shape;29;p54" descr="Picture 4"/>
          <p:cNvPicPr preferRelativeResize="0"/>
          <p:nvPr/>
        </p:nvPicPr>
        <p:blipFill rotWithShape="1">
          <a:blip r:embed="rId2">
            <a:alphaModFix/>
          </a:blip>
          <a:srcRect l="434" b="615"/>
          <a:stretch/>
        </p:blipFill>
        <p:spPr>
          <a:xfrm>
            <a:off x="0" y="-1"/>
            <a:ext cx="1218963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4" descr="Picture 8"/>
          <p:cNvPicPr preferRelativeResize="0"/>
          <p:nvPr/>
        </p:nvPicPr>
        <p:blipFill rotWithShape="1">
          <a:blip r:embed="rId3">
            <a:alphaModFix/>
          </a:blip>
          <a:srcRect l="389" b="649"/>
          <a:stretch/>
        </p:blipFill>
        <p:spPr>
          <a:xfrm>
            <a:off x="-1" y="0"/>
            <a:ext cx="1218963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4" descr="Picture 7"/>
          <p:cNvPicPr preferRelativeResize="0"/>
          <p:nvPr/>
        </p:nvPicPr>
        <p:blipFill rotWithShape="1">
          <a:blip r:embed="rId4">
            <a:alphaModFix/>
          </a:blip>
          <a:srcRect l="351" b="623"/>
          <a:stretch/>
        </p:blipFill>
        <p:spPr>
          <a:xfrm>
            <a:off x="-5381" y="-1"/>
            <a:ext cx="1219501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11933376" y="5841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/>
            </a:lvl1pPr>
            <a:lvl2pPr marL="0" lvl="1" indent="0" algn="r">
              <a:spcBef>
                <a:spcPts val="0"/>
              </a:spcBef>
              <a:buNone/>
              <a:defRPr sz="1200"/>
            </a:lvl2pPr>
            <a:lvl3pPr marL="0" lvl="2" indent="0" algn="r">
              <a:spcBef>
                <a:spcPts val="0"/>
              </a:spcBef>
              <a:buNone/>
              <a:defRPr sz="1200"/>
            </a:lvl3pPr>
            <a:lvl4pPr marL="0" lvl="3" indent="0" algn="r">
              <a:spcBef>
                <a:spcPts val="0"/>
              </a:spcBef>
              <a:buNone/>
              <a:defRPr sz="1200"/>
            </a:lvl4pPr>
            <a:lvl5pPr marL="0" lvl="4" indent="0" algn="r">
              <a:spcBef>
                <a:spcPts val="0"/>
              </a:spcBef>
              <a:buNone/>
              <a:defRPr sz="1200"/>
            </a:lvl5pPr>
            <a:lvl6pPr marL="0" lvl="5" indent="0" algn="r">
              <a:spcBef>
                <a:spcPts val="0"/>
              </a:spcBef>
              <a:buNone/>
              <a:defRPr sz="1200"/>
            </a:lvl6pPr>
            <a:lvl7pPr marL="0" lvl="6" indent="0" algn="r">
              <a:spcBef>
                <a:spcPts val="0"/>
              </a:spcBef>
              <a:buNone/>
              <a:defRPr sz="1200"/>
            </a:lvl7pPr>
            <a:lvl8pPr marL="0" lvl="7" indent="0" algn="r">
              <a:spcBef>
                <a:spcPts val="0"/>
              </a:spcBef>
              <a:buNone/>
              <a:defRPr sz="1200"/>
            </a:lvl8pPr>
            <a:lvl9pPr marL="0" lvl="8" indent="0" algn="r">
              <a:spcBef>
                <a:spcPts val="0"/>
              </a:spcBef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288598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478099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3177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174595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848056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88764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397804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318241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99670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4194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9.xml"/><Relationship Id="rId4" Type="http://schemas.openxmlformats.org/officeDocument/2006/relationships/slideLayout" Target="../slideLayouts/slideLayout80.xml"/><Relationship Id="rId5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6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9.xml"/><Relationship Id="rId4" Type="http://schemas.openxmlformats.org/officeDocument/2006/relationships/slideLayout" Target="../slideLayouts/slideLayout90.xml"/><Relationship Id="rId5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97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2" cy="763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2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11691401" y="6320775"/>
            <a:ext cx="336812" cy="31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  <p:sldLayoutId id="2147483725" r:id="rId7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7" name="Google Shape;417;p1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8" name="Google Shape;418;p1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1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62037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image" Target="../media/image14.png"/><Relationship Id="rId5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3.xml"/><Relationship Id="rId4" Type="http://schemas.openxmlformats.org/officeDocument/2006/relationships/image" Target="../media/image14.png"/><Relationship Id="rId5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2.xml"/><Relationship Id="rId4" Type="http://schemas.openxmlformats.org/officeDocument/2006/relationships/chart" Target="../charts/chartClon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5.xml"/><Relationship Id="rId4" Type="http://schemas.openxmlformats.org/officeDocument/2006/relationships/chart" Target="../charts/chartClon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8.xml"/><Relationship Id="rId4" Type="http://schemas.openxmlformats.org/officeDocument/2006/relationships/chart" Target="../charts/chartClon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1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11.xml"/><Relationship Id="rId4" Type="http://schemas.openxmlformats.org/officeDocument/2006/relationships/chart" Target="../charts/chartClon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14.xml"/><Relationship Id="rId4" Type="http://schemas.openxmlformats.org/officeDocument/2006/relationships/chart" Target="../charts/chartClon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1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17.xml"/><Relationship Id="rId4" Type="http://schemas.openxmlformats.org/officeDocument/2006/relationships/chart" Target="../charts/chartClon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1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20.xml"/><Relationship Id="rId4" Type="http://schemas.openxmlformats.org/officeDocument/2006/relationships/chart" Target="../charts/chartClon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2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23.xml"/><Relationship Id="rId4" Type="http://schemas.openxmlformats.org/officeDocument/2006/relationships/chart" Target="../charts/chartClon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2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26.xml"/><Relationship Id="rId4" Type="http://schemas.openxmlformats.org/officeDocument/2006/relationships/chart" Target="../charts/chartClon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2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29.xml"/><Relationship Id="rId4" Type="http://schemas.openxmlformats.org/officeDocument/2006/relationships/chart" Target="../charts/chartClon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chart" Target="../charts/chartClone3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image" Target="../media/image22.png"/><Relationship Id="rId3" Type="http://schemas.openxmlformats.org/officeDocument/2006/relationships/chart" Target="../charts/chartClone32.xml"/><Relationship Id="rId4" Type="http://schemas.openxmlformats.org/officeDocument/2006/relationships/chart" Target="../charts/chartClon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2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0"/>
          <p:cNvSpPr/>
          <p:nvPr/>
        </p:nvSpPr>
        <p:spPr>
          <a:xfrm>
            <a:off x="109688" y="2043073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4" name="Google Shape;664;p120"/>
          <p:cNvGraphicFramePr/>
          <p:nvPr/>
        </p:nvGraphicFramePr>
        <p:xfrm>
          <a:off x="271469" y="689841"/>
          <a:ext cx="2683181" cy="2733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65" name="Google Shape;665;p120"/>
          <p:cNvSpPr/>
          <p:nvPr/>
        </p:nvSpPr>
        <p:spPr>
          <a:xfrm rot="186477">
            <a:off x="139955" y="1978165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0"/>
          <p:cNvSpPr/>
          <p:nvPr/>
        </p:nvSpPr>
        <p:spPr>
          <a:xfrm>
            <a:off x="573102" y="2161631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Realization Indicator</a:t>
            </a:r>
            <a:endParaRPr sz="140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4265" y="117711"/>
            <a:ext cx="1390637" cy="444892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20"/>
          <p:cNvSpPr txBox="1"/>
          <p:nvPr/>
        </p:nvSpPr>
        <p:spPr>
          <a:xfrm>
            <a:off x="170992" y="-12641"/>
            <a:ext cx="102244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Managem</a:t>
            </a:r>
            <a:r>
              <a:rPr lang="en-US" sz="3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ent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Dashboard (Progress Update)</a:t>
            </a:r>
            <a:endParaRPr sz="32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0"/>
          <p:cNvSpPr/>
          <p:nvPr/>
        </p:nvSpPr>
        <p:spPr>
          <a:xfrm>
            <a:off x="1220739" y="2805969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Initiation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0"/>
          <p:cNvSpPr/>
          <p:nvPr/>
        </p:nvSpPr>
        <p:spPr>
          <a:xfrm>
            <a:off x="599929" y="2748855"/>
            <a:ext cx="566865" cy="468844"/>
          </a:xfrm>
          <a:prstGeom prst="ellipse">
            <a:avLst/>
          </a:prstGeom>
          <a:solidFill>
            <a:srgbClr val="3E3E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20"/>
          <p:cNvSpPr/>
          <p:nvPr/>
        </p:nvSpPr>
        <p:spPr>
          <a:xfrm>
            <a:off x="640423" y="6082507"/>
            <a:ext cx="475791" cy="442426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6" name="Google Shape;686;p120"/>
          <p:cNvCxnSpPr>
            <a:stCxn id="684" idx="4"/>
          </p:cNvCxnSpPr>
          <p:nvPr/>
        </p:nvCxnSpPr>
        <p:spPr>
          <a:xfrm flipH="1">
            <a:off x="878262" y="3217699"/>
            <a:ext cx="5100" cy="2852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87" name="Google Shape;687;p120"/>
          <p:cNvSpPr/>
          <p:nvPr/>
        </p:nvSpPr>
        <p:spPr>
          <a:xfrm>
            <a:off x="597408" y="4398947"/>
            <a:ext cx="566865" cy="468844"/>
          </a:xfrm>
          <a:prstGeom prst="ellipse">
            <a:avLst/>
          </a:prstGeom>
          <a:solidFill>
            <a:srgbClr val="A8D08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20"/>
          <p:cNvSpPr/>
          <p:nvPr/>
        </p:nvSpPr>
        <p:spPr>
          <a:xfrm>
            <a:off x="597408" y="3605259"/>
            <a:ext cx="566865" cy="468844"/>
          </a:xfrm>
          <a:prstGeom prst="ellipse">
            <a:avLst/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20"/>
          <p:cNvSpPr/>
          <p:nvPr/>
        </p:nvSpPr>
        <p:spPr>
          <a:xfrm>
            <a:off x="594887" y="5255351"/>
            <a:ext cx="566865" cy="468844"/>
          </a:xfrm>
          <a:prstGeom prst="ellipse">
            <a:avLst/>
          </a:prstGeom>
          <a:solidFill>
            <a:srgbClr val="EDEDE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0"/>
          <p:cNvSpPr/>
          <p:nvPr/>
        </p:nvSpPr>
        <p:spPr>
          <a:xfrm>
            <a:off x="1226532" y="3487060"/>
            <a:ext cx="2048881" cy="7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Coordination &amp; Requirements Gathering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20"/>
          <p:cNvSpPr/>
          <p:nvPr/>
        </p:nvSpPr>
        <p:spPr>
          <a:xfrm>
            <a:off x="1204150" y="4451716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Scheduling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20"/>
          <p:cNvSpPr/>
          <p:nvPr/>
        </p:nvSpPr>
        <p:spPr>
          <a:xfrm>
            <a:off x="1223733" y="5310495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Monitoring &amp; Evaluation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20"/>
          <p:cNvSpPr/>
          <p:nvPr/>
        </p:nvSpPr>
        <p:spPr>
          <a:xfrm>
            <a:off x="1213885" y="6114911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Completion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20"/>
          <p:cNvSpPr/>
          <p:nvPr/>
        </p:nvSpPr>
        <p:spPr>
          <a:xfrm>
            <a:off x="211482" y="454818"/>
            <a:ext cx="2454400" cy="3609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(Update 30 May 2026)</a:t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00" b="1" i="1" u="none" strike="noStrike" cap="none" baseline="30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800" b="1"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726;p121"/>
          <p:cNvSpPr/>
          <p:nvPr/>
        </p:nvSpPr>
        <p:spPr>
          <a:xfrm>
            <a:off x="3422853" y="819822"/>
            <a:ext cx="8467459" cy="449994"/>
          </a:xfrm>
          <a:prstGeom prst="rect">
            <a:avLst/>
          </a:prstGeom>
          <a:solidFill>
            <a:srgbClr val="FFFF0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000" b="1" i="0" u="none" strike="noStrike" cap="none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BUSINESS PROJECTS</a:t>
            </a:r>
            <a:endParaRPr sz="2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" name="Chart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648482"/>
              </p:ext>
            </p:extLst>
          </p:nvPr>
        </p:nvGraphicFramePr>
        <p:xfrm>
          <a:off x="3422853" y="1269815"/>
          <a:ext cx="8467459" cy="5208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-2126751" y="572134"/>
            <a:ext cx="1947671" cy="14709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 smtClean="0"/>
              <a:t>Belum</a:t>
            </a:r>
            <a:r>
              <a:rPr lang="en-US" b="1" dirty="0" smtClean="0"/>
              <a:t> Update: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APIM: 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21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21"/>
          <p:cNvSpPr/>
          <p:nvPr/>
        </p:nvSpPr>
        <p:spPr>
          <a:xfrm>
            <a:off x="109688" y="2043073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9" name="Google Shape;719;p121"/>
          <p:cNvGraphicFramePr/>
          <p:nvPr/>
        </p:nvGraphicFramePr>
        <p:xfrm>
          <a:off x="271469" y="689841"/>
          <a:ext cx="2683181" cy="2733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20" name="Google Shape;720;p121"/>
          <p:cNvSpPr/>
          <p:nvPr/>
        </p:nvSpPr>
        <p:spPr>
          <a:xfrm rot="186477">
            <a:off x="139955" y="1978165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21"/>
          <p:cNvSpPr/>
          <p:nvPr/>
        </p:nvSpPr>
        <p:spPr>
          <a:xfrm>
            <a:off x="573102" y="2161631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Realization Indicator</a:t>
            </a:r>
            <a:endParaRPr sz="1400" b="0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4265" y="117711"/>
            <a:ext cx="1390637" cy="444892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21"/>
          <p:cNvSpPr txBox="1"/>
          <p:nvPr/>
        </p:nvSpPr>
        <p:spPr>
          <a:xfrm>
            <a:off x="170992" y="-12641"/>
            <a:ext cx="102244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Managem</a:t>
            </a:r>
            <a:r>
              <a:rPr lang="en-US" sz="3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ent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Dashboard (Progress Update)</a:t>
            </a:r>
            <a:endParaRPr sz="32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21"/>
          <p:cNvSpPr/>
          <p:nvPr/>
        </p:nvSpPr>
        <p:spPr>
          <a:xfrm>
            <a:off x="1220739" y="2805969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Initiation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21"/>
          <p:cNvSpPr/>
          <p:nvPr/>
        </p:nvSpPr>
        <p:spPr>
          <a:xfrm>
            <a:off x="3422853" y="819822"/>
            <a:ext cx="8467459" cy="449994"/>
          </a:xfrm>
          <a:prstGeom prst="rect">
            <a:avLst/>
          </a:prstGeom>
          <a:solidFill>
            <a:srgbClr val="FF000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 Business Projects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21"/>
          <p:cNvSpPr/>
          <p:nvPr/>
        </p:nvSpPr>
        <p:spPr>
          <a:xfrm>
            <a:off x="599929" y="2748855"/>
            <a:ext cx="566865" cy="468844"/>
          </a:xfrm>
          <a:prstGeom prst="ellipse">
            <a:avLst/>
          </a:prstGeom>
          <a:solidFill>
            <a:srgbClr val="3E3E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21"/>
          <p:cNvSpPr/>
          <p:nvPr/>
        </p:nvSpPr>
        <p:spPr>
          <a:xfrm>
            <a:off x="640423" y="6082507"/>
            <a:ext cx="475791" cy="442426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121"/>
          <p:cNvCxnSpPr>
            <a:stCxn id="730" idx="4"/>
          </p:cNvCxnSpPr>
          <p:nvPr/>
        </p:nvCxnSpPr>
        <p:spPr>
          <a:xfrm flipH="1">
            <a:off x="878262" y="3217699"/>
            <a:ext cx="5100" cy="2852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33" name="Google Shape;733;p121"/>
          <p:cNvSpPr/>
          <p:nvPr/>
        </p:nvSpPr>
        <p:spPr>
          <a:xfrm>
            <a:off x="597408" y="4398947"/>
            <a:ext cx="566865" cy="468844"/>
          </a:xfrm>
          <a:prstGeom prst="ellipse">
            <a:avLst/>
          </a:prstGeom>
          <a:solidFill>
            <a:srgbClr val="A8D08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21"/>
          <p:cNvSpPr/>
          <p:nvPr/>
        </p:nvSpPr>
        <p:spPr>
          <a:xfrm>
            <a:off x="597408" y="3605259"/>
            <a:ext cx="566865" cy="468844"/>
          </a:xfrm>
          <a:prstGeom prst="ellipse">
            <a:avLst/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21"/>
          <p:cNvSpPr/>
          <p:nvPr/>
        </p:nvSpPr>
        <p:spPr>
          <a:xfrm>
            <a:off x="594887" y="5255351"/>
            <a:ext cx="566865" cy="468844"/>
          </a:xfrm>
          <a:prstGeom prst="ellipse">
            <a:avLst/>
          </a:prstGeom>
          <a:solidFill>
            <a:srgbClr val="EDEDE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21"/>
          <p:cNvSpPr/>
          <p:nvPr/>
        </p:nvSpPr>
        <p:spPr>
          <a:xfrm>
            <a:off x="1226532" y="3487060"/>
            <a:ext cx="2048881" cy="7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Coordination &amp; Requirements Gathering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21"/>
          <p:cNvSpPr/>
          <p:nvPr/>
        </p:nvSpPr>
        <p:spPr>
          <a:xfrm>
            <a:off x="1204150" y="4451716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Scheduling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21"/>
          <p:cNvSpPr/>
          <p:nvPr/>
        </p:nvSpPr>
        <p:spPr>
          <a:xfrm>
            <a:off x="1223733" y="5310495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Monitoring &amp; Evaluation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21"/>
          <p:cNvSpPr/>
          <p:nvPr/>
        </p:nvSpPr>
        <p:spPr>
          <a:xfrm>
            <a:off x="1213885" y="6114911"/>
            <a:ext cx="2048881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Completion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695;p120"/>
          <p:cNvSpPr/>
          <p:nvPr/>
        </p:nvSpPr>
        <p:spPr>
          <a:xfrm>
            <a:off x="211482" y="454818"/>
            <a:ext cx="2454400" cy="3609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(Update 30 May 2026)</a:t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00" b="1" i="1" u="none" strike="noStrike" cap="none" baseline="30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00" b="1" i="1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800" b="1"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" name="Chart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4951537"/>
              </p:ext>
            </p:extLst>
          </p:nvPr>
        </p:nvGraphicFramePr>
        <p:xfrm>
          <a:off x="3429243" y="1269816"/>
          <a:ext cx="8461069" cy="5402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Rectangle 22"/>
          <p:cNvSpPr/>
          <p:nvPr/>
        </p:nvSpPr>
        <p:spPr>
          <a:xfrm>
            <a:off x="-2126751" y="572134"/>
            <a:ext cx="1947671" cy="14709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 smtClean="0"/>
              <a:t>Belum</a:t>
            </a:r>
            <a:r>
              <a:rPr lang="en-US" b="1" dirty="0" smtClean="0"/>
              <a:t> Update: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FDS: 15%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51" name="Google Shape;751;p122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122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122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22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1800"/>
            </a:pPr>
            <a:r>
              <a:rPr lang="en-US" sz="1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@Project Management Office 2026</a:t>
            </a:r>
          </a:p>
        </p:txBody>
      </p:sp>
      <p:sp>
        <p:nvSpPr>
          <p:cNvPr id="755" name="Google Shape;755;p122"/>
          <p:cNvSpPr txBox="1"/>
          <p:nvPr/>
        </p:nvSpPr>
        <p:spPr>
          <a:xfrm>
            <a:off x="6637524" y="3098273"/>
            <a:ext cx="56099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4800" b="1" i="0" u="none" strike="noStrike" cap="none" dirty="0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Business Projects</a:t>
            </a:r>
            <a:endParaRPr sz="48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QRIS Acquiring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Submit dokumen &amp; surat pernyataan ke Bank Indonesia; workshop FDS dengan tim MTN.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Workshop Technical FDS 03 Jun; set-up 04-05 Jun 2026.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Telah dilakukan arrangement untuk percepatan set-up FDS.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Business / Digital Technology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 Jun 2026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(rencana awal 02 Mar'26)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91%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QRIS Acquiring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QRIS Acquiring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Keterlambatan pemenuhan dokumen di beberapa kesempatan.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Kesalahan UAT (2025); assessment (Mar'26); kekurangan dokumen (Mei'26).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API Management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UAT API On-Boarding; instalasi &amp; assessment API Savings (22 API).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Pentest; tuning server; daftar SNAP BI.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Percepatan rekomendasi ASPI &amp; izin paralel.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Business / Technology / Credit Card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31 Jul 2026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API Management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API Management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Penjadwalan Pentest menyebabkan delivery mundur 1 pekan.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Kesalahan UAT (Des'25); assessment (Mar'26); dokumen (Mei'26).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Konversi Valas ke Rupiah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Deploy to Production 30 Apr'26; issue rekonsiliasi &amp; spread harga.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Dokumen pelaporan OJK &amp; BI; rekonsiliasi.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Mendorong kesiapan dokumen ke regulator.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Treasury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 Jun 2026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(rencana awal 31 Mar'26)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93%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Konversi Valas ke Rupiah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Konversi Valas ke Rupiah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Dokumen ke regulator &amp; BI belum disiapkan.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Dormant Account Classification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SIT selesai; UAT tertunda (Dev environment dipakai Digital s/d 11 Jun).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Rekening saldo 0 ditutup otomatis; finalisasi timeline Silverlake.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Monitor timeline keseluruhan dengan Silverlake.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Liabilities Product Development Group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19 Jun 2026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(rencana awal 01 Mei'26)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93%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Dormant Account Classification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Dormant Account Classification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UAT belum jalan akibat sharing resource.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51" name="Google Shape;751;p122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122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122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22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1800"/>
            </a:pPr>
            <a:r>
              <a:rPr lang="en-US" sz="1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@Project Management Office 2026</a:t>
            </a:r>
          </a:p>
        </p:txBody>
      </p:sp>
      <p:sp>
        <p:nvSpPr>
          <p:cNvPr id="755" name="Google Shape;755;p122"/>
          <p:cNvSpPr txBox="1"/>
          <p:nvPr/>
        </p:nvSpPr>
        <p:spPr>
          <a:xfrm>
            <a:off x="6637524" y="3098273"/>
            <a:ext cx="56099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4800" b="1" i="0" u="none" strike="noStrike" cap="none" dirty="0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Non Business Projects</a:t>
            </a:r>
            <a:endParaRPr sz="48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Data Center Migration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Relokasi koneksi &amp; perangkat dari MNC Tower Lt4; menunggu Telkom.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Percepatan procurement &amp; PO.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Komunikasi intensif dengan Telkom.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Technology Dir.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 Jun 2026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(rencana awal 30 Apr'26)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Data Center Migration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Data Center Migration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Proses Telkom belum dapat dimonitor.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Fraud Detection System (FDS)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Finalisasi Field Mapping &amp; Table Reference [03–05 Jun'26].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Formulasi TSD &amp; FSD; diskusi Branch Field Mapping.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Monitoring agar timeline on-track.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Management Group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 Jan 2027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Fraud Detection System (FDS)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Fraud Detection System (FDS)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Risiko keterlambatan diskusi Table Activity; investigasi PTAP.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Finalisasi PKS oleh RMG; GBG menunggu Predator Config.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OPICS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Validasi &amp; compile skenario 8 Jun; migrasi 09–12 Jun 2026.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Input transaksi; verify; migrasi &amp; upgrade OPICS &amp; GRIT.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Monitoring hasil test rutin.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Treasury Group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W1 Jun 2026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(rencana awal 02 Apr)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OPICS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OPICS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Potensi selisih pembukuan saat parallel run.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Error BSIP saat EOD UAT (30 Apr) masih investigasi PTAP.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Enhancement RTGS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RTGS naik production; re-deploy job handler 05 Mei.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Monitoring.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Business / IT Technology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 May 2026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(rencana awal 30 Apr)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Enhancement RTGS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Enhancement RTGS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Data cleansing mungkin tidak signifikan turunkan CPU.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CPU tinggi akibat junk data 2025.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QRIS CPM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Progress SIT; perlu Pentest &amp; audit eksternal.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Go-Live W2 Juni.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Percepatan ke ASPI/OJK/BI.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Business Group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W2 Jun 2026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QRIS CPM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QRIS CPM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Perlu persiapan dokumen ke regulator.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QRIS Credit Card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Done development Ascend; progress SIT.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Go-Live W2 Juni.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Percepatan ke regulator.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Credit Card Group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W4 Jun 2026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QRIS Credit Card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QRIS Credit Card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Belum siap dokumen ASPI; Pentest belum dijadwalkan.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3" name="Google Shape;943;p129" descr="IMG_Gd-FINCEN-(1)-sky.png"/>
          <p:cNvPicPr preferRelativeResize="0"/>
          <p:nvPr/>
        </p:nvPicPr>
        <p:blipFill rotWithShape="1">
          <a:blip r:embed="rId2">
            <a:alphaModFix/>
          </a:blip>
          <a:srcRect t="7495"/>
          <a:stretch/>
        </p:blipFill>
        <p:spPr>
          <a:xfrm>
            <a:off x="-55426" y="0"/>
            <a:ext cx="123028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129" descr="MNCBank-Logo_FullColor.png"/>
          <p:cNvPicPr preferRelativeResize="0"/>
          <p:nvPr/>
        </p:nvPicPr>
        <p:blipFill rotWithShape="1">
          <a:blip r:embed="rId3">
            <a:alphaModFix/>
          </a:blip>
          <a:srcRect t="20215" b="20214"/>
          <a:stretch/>
        </p:blipFill>
        <p:spPr>
          <a:xfrm>
            <a:off x="7508985" y="361113"/>
            <a:ext cx="4020611" cy="134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129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69" y="4742212"/>
            <a:ext cx="584201" cy="959205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9"/>
          <p:cNvSpPr txBox="1"/>
          <p:nvPr/>
        </p:nvSpPr>
        <p:spPr>
          <a:xfrm>
            <a:off x="9267368" y="6506722"/>
            <a:ext cx="28956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@Project Management Office </a:t>
            </a:r>
            <a:r>
              <a:rPr lang="en-US" sz="120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84;p133"/>
          <p:cNvSpPr txBox="1"/>
          <p:nvPr/>
        </p:nvSpPr>
        <p:spPr>
          <a:xfrm>
            <a:off x="8030963" y="3077702"/>
            <a:ext cx="42164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Update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3;p155"/>
          <p:cNvSpPr txBox="1"/>
          <p:nvPr/>
        </p:nvSpPr>
        <p:spPr>
          <a:xfrm>
            <a:off x="6156800" y="3507990"/>
            <a:ext cx="6006172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EOD 24/7 (Night Mode)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53" name="Google Shape;953;p130"/>
          <p:cNvCxnSpPr>
            <a:stCxn id="954" idx="6"/>
            <a:endCxn id="955" idx="2"/>
          </p:cNvCxnSpPr>
          <p:nvPr/>
        </p:nvCxnSpPr>
        <p:spPr>
          <a:xfrm rot="10800000" flipH="1">
            <a:off x="4427805" y="1433281"/>
            <a:ext cx="6642300" cy="1530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30"/>
          <p:cNvSpPr/>
          <p:nvPr/>
        </p:nvSpPr>
        <p:spPr>
          <a:xfrm>
            <a:off x="-3" y="0"/>
            <a:ext cx="3263233" cy="6858000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Chart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259044"/>
              </p:ext>
            </p:extLst>
          </p:nvPr>
        </p:nvGraphicFramePr>
        <p:xfrm>
          <a:off x="178637" y="646087"/>
          <a:ext cx="2795019" cy="26993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58" name="Google Shape;958;p130"/>
          <p:cNvSpPr/>
          <p:nvPr/>
        </p:nvSpPr>
        <p:spPr>
          <a:xfrm>
            <a:off x="3329938" y="633163"/>
            <a:ext cx="8716919" cy="449994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30"/>
          <p:cNvSpPr/>
          <p:nvPr/>
        </p:nvSpPr>
        <p:spPr>
          <a:xfrm>
            <a:off x="3329938" y="1100523"/>
            <a:ext cx="8716920" cy="130628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30"/>
          <p:cNvSpPr/>
          <p:nvPr/>
        </p:nvSpPr>
        <p:spPr>
          <a:xfrm>
            <a:off x="3860940" y="1214159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30"/>
          <p:cNvSpPr/>
          <p:nvPr/>
        </p:nvSpPr>
        <p:spPr>
          <a:xfrm>
            <a:off x="11070139" y="1198862"/>
            <a:ext cx="566865" cy="46884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30"/>
          <p:cNvSpPr/>
          <p:nvPr/>
        </p:nvSpPr>
        <p:spPr>
          <a:xfrm>
            <a:off x="3271435" y="1806423"/>
            <a:ext cx="1789908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Spec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0"/>
          <p:cNvSpPr/>
          <p:nvPr/>
        </p:nvSpPr>
        <p:spPr>
          <a:xfrm>
            <a:off x="10674354" y="1930373"/>
            <a:ext cx="1358437" cy="36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ASPI,OJK, &amp; Bank Indonesia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0"/>
          <p:cNvSpPr/>
          <p:nvPr/>
        </p:nvSpPr>
        <p:spPr>
          <a:xfrm>
            <a:off x="3331470" y="2562727"/>
            <a:ext cx="2770242" cy="428202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Project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0"/>
          <p:cNvSpPr/>
          <p:nvPr/>
        </p:nvSpPr>
        <p:spPr>
          <a:xfrm>
            <a:off x="6315094" y="2562726"/>
            <a:ext cx="2770242" cy="428202"/>
          </a:xfrm>
          <a:prstGeom prst="rect">
            <a:avLst/>
          </a:prstGeom>
          <a:solidFill>
            <a:srgbClr val="2F5496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Status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0"/>
          <p:cNvSpPr/>
          <p:nvPr/>
        </p:nvSpPr>
        <p:spPr>
          <a:xfrm>
            <a:off x="9276616" y="2562726"/>
            <a:ext cx="2770242" cy="428202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PMO Recommendation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0"/>
          <p:cNvSpPr/>
          <p:nvPr/>
        </p:nvSpPr>
        <p:spPr>
          <a:xfrm>
            <a:off x="3332228" y="3069509"/>
            <a:ext cx="8716920" cy="368525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0"/>
          <p:cNvSpPr/>
          <p:nvPr/>
        </p:nvSpPr>
        <p:spPr>
          <a:xfrm>
            <a:off x="3354139" y="3119403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Background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ditujukan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 system (merchant).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Objective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QRIS Acquiring.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penggalangan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DPK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melalui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acquiredmerchant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Notes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Inisiatif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percepatan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Proses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paralel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berjalan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bersamaan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Bekerjasama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MotionPay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pengembangan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(merchant).</a:t>
            </a:r>
            <a:endParaRPr dirty="0"/>
          </a:p>
          <a:p>
            <a:pPr marL="228600" marR="0" lvl="0" indent="-1524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30"/>
          <p:cNvSpPr/>
          <p:nvPr/>
        </p:nvSpPr>
        <p:spPr>
          <a:xfrm>
            <a:off x="6348280" y="3126293"/>
            <a:ext cx="2842175" cy="362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Current Phase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Kick-off 14 Mei; development Silverlake sejak 18 Mei.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Next Activities 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Penyusunan BRD; Core Development.</a:t>
            </a:r>
            <a:endParaRPr dirty="0"/>
          </a:p>
        </p:txBody>
      </p:sp>
      <p:sp>
        <p:nvSpPr>
          <p:cNvPr id="968" name="Google Shape;968;p130"/>
          <p:cNvSpPr/>
          <p:nvPr/>
        </p:nvSpPr>
        <p:spPr>
          <a:xfrm>
            <a:off x="9287950" y="3119402"/>
            <a:ext cx="2747573" cy="34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Issues at Hand 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PMO Recommendation (overall):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130"/>
          <p:cNvCxnSpPr/>
          <p:nvPr/>
        </p:nvCxnSpPr>
        <p:spPr>
          <a:xfrm flipH="1">
            <a:off x="6223550" y="3119402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0" name="Google Shape;970;p130"/>
          <p:cNvCxnSpPr/>
          <p:nvPr/>
        </p:nvCxnSpPr>
        <p:spPr>
          <a:xfrm flipH="1">
            <a:off x="9190455" y="3139089"/>
            <a:ext cx="2892" cy="3478256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1" name="Google Shape;971;p130"/>
          <p:cNvSpPr/>
          <p:nvPr/>
        </p:nvSpPr>
        <p:spPr>
          <a:xfrm>
            <a:off x="152304" y="3741345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30"/>
          <p:cNvSpPr/>
          <p:nvPr/>
        </p:nvSpPr>
        <p:spPr>
          <a:xfrm>
            <a:off x="203215" y="3824457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Ownership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Group / Digital Business</a:t>
            </a:r>
            <a:endParaRPr dirty="0"/>
          </a:p>
        </p:txBody>
      </p:sp>
      <p:pic>
        <p:nvPicPr>
          <p:cNvPr id="973" name="Google Shape;973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7444" y="3802608"/>
            <a:ext cx="634413" cy="63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0"/>
          <p:cNvSpPr/>
          <p:nvPr/>
        </p:nvSpPr>
        <p:spPr>
          <a:xfrm>
            <a:off x="152304" y="472727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0"/>
          <p:cNvSpPr/>
          <p:nvPr/>
        </p:nvSpPr>
        <p:spPr>
          <a:xfrm>
            <a:off x="203215" y="481038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Targeted/Aim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QRIS </a:t>
            </a:r>
            <a:r>
              <a:rPr lang="en-US" sz="1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Acquirer License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30"/>
          <p:cNvSpPr/>
          <p:nvPr/>
        </p:nvSpPr>
        <p:spPr>
          <a:xfrm>
            <a:off x="136598" y="5724831"/>
            <a:ext cx="2993851" cy="79893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30"/>
          <p:cNvSpPr/>
          <p:nvPr/>
        </p:nvSpPr>
        <p:spPr>
          <a:xfrm>
            <a:off x="202499" y="5807943"/>
            <a:ext cx="2325376" cy="64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Targeted Fulfilment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Oct 2026</a:t>
            </a:r>
            <a:endParaRPr dirty="0"/>
          </a:p>
        </p:txBody>
      </p:sp>
      <p:pic>
        <p:nvPicPr>
          <p:cNvPr id="978" name="Google Shape;978;p1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8089" y="5736014"/>
            <a:ext cx="764480" cy="7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279" y="4845257"/>
            <a:ext cx="725819" cy="558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0"/>
          <p:cNvSpPr/>
          <p:nvPr/>
        </p:nvSpPr>
        <p:spPr>
          <a:xfrm>
            <a:off x="109688" y="1954574"/>
            <a:ext cx="3052354" cy="1110094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30"/>
          <p:cNvSpPr/>
          <p:nvPr/>
        </p:nvSpPr>
        <p:spPr>
          <a:xfrm>
            <a:off x="568430" y="2041823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30"/>
          <p:cNvSpPr/>
          <p:nvPr/>
        </p:nvSpPr>
        <p:spPr>
          <a:xfrm>
            <a:off x="139955" y="1933910"/>
            <a:ext cx="2917048" cy="1116018"/>
          </a:xfrm>
          <a:prstGeom prst="rect">
            <a:avLst/>
          </a:prstGeom>
          <a:solidFill>
            <a:srgbClr val="152A4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130"/>
          <p:cNvGrpSpPr/>
          <p:nvPr/>
        </p:nvGrpSpPr>
        <p:grpSpPr>
          <a:xfrm>
            <a:off x="168191" y="2743785"/>
            <a:ext cx="2993851" cy="798930"/>
            <a:chOff x="168191" y="2743785"/>
            <a:chExt cx="2993851" cy="798930"/>
          </a:xfrm>
        </p:grpSpPr>
        <p:sp>
          <p:nvSpPr>
            <p:cNvPr id="984" name="Google Shape;984;p130"/>
            <p:cNvSpPr/>
            <p:nvPr/>
          </p:nvSpPr>
          <p:spPr>
            <a:xfrm>
              <a:off x="168191" y="2743785"/>
              <a:ext cx="2993851" cy="798930"/>
            </a:xfrm>
            <a:prstGeom prst="rect">
              <a:avLst/>
            </a:prstGeom>
            <a:noFill/>
            <a:ln w="9525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0"/>
            <p:cNvSpPr/>
            <p:nvPr/>
          </p:nvSpPr>
          <p:spPr>
            <a:xfrm>
              <a:off x="219102" y="2826897"/>
              <a:ext cx="2325376" cy="64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Nature :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Technology Dev.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6" name="Google Shape;986;p1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289" y="2892468"/>
            <a:ext cx="1176649" cy="4481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87" name="Google Shape;987;p130"/>
          <p:cNvSpPr/>
          <p:nvPr/>
        </p:nvSpPr>
        <p:spPr>
          <a:xfrm>
            <a:off x="543724" y="2076178"/>
            <a:ext cx="2092780" cy="42820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Realization: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dirty="0"/>
          </a:p>
        </p:txBody>
      </p:sp>
      <p:sp>
        <p:nvSpPr>
          <p:cNvPr id="988" name="Google Shape;988;p130"/>
          <p:cNvSpPr/>
          <p:nvPr/>
        </p:nvSpPr>
        <p:spPr>
          <a:xfrm>
            <a:off x="5454690" y="1216752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30"/>
          <p:cNvSpPr/>
          <p:nvPr/>
        </p:nvSpPr>
        <p:spPr>
          <a:xfrm>
            <a:off x="5068677" y="1874178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18/7/25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30"/>
          <p:cNvSpPr/>
          <p:nvPr/>
        </p:nvSpPr>
        <p:spPr>
          <a:xfrm>
            <a:off x="6537011" y="1854139"/>
            <a:ext cx="1358437" cy="24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Development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11/8/25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30"/>
          <p:cNvSpPr/>
          <p:nvPr/>
        </p:nvSpPr>
        <p:spPr>
          <a:xfrm>
            <a:off x="6923905" y="1196713"/>
            <a:ext cx="566865" cy="46884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1" i="0" u="none" strike="noStrike" cap="non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9322997" y="1183958"/>
            <a:ext cx="1358437" cy="911300"/>
            <a:chOff x="8684369" y="1198472"/>
            <a:chExt cx="1358437" cy="911300"/>
          </a:xfrm>
        </p:grpSpPr>
        <p:sp>
          <p:nvSpPr>
            <p:cNvPr id="993" name="Google Shape;993;p130"/>
            <p:cNvSpPr/>
            <p:nvPr/>
          </p:nvSpPr>
          <p:spPr>
            <a:xfrm>
              <a:off x="9055807" y="1198472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>
              <a:off x="8684369" y="1866564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19/9/25</a:t>
              </a:r>
              <a:endParaRPr/>
            </a:p>
          </p:txBody>
        </p:sp>
      </p:grpSp>
      <p:sp>
        <p:nvSpPr>
          <p:cNvPr id="995" name="Google Shape;995;p130"/>
          <p:cNvSpPr/>
          <p:nvPr/>
        </p:nvSpPr>
        <p:spPr>
          <a:xfrm>
            <a:off x="10740824" y="1150648"/>
            <a:ext cx="1231631" cy="114303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130"/>
          <p:cNvGrpSpPr/>
          <p:nvPr/>
        </p:nvGrpSpPr>
        <p:grpSpPr>
          <a:xfrm>
            <a:off x="7921074" y="1183178"/>
            <a:ext cx="1358437" cy="899356"/>
            <a:chOff x="7659818" y="1183178"/>
            <a:chExt cx="1358437" cy="899356"/>
          </a:xfrm>
        </p:grpSpPr>
        <p:sp>
          <p:nvSpPr>
            <p:cNvPr id="997" name="Google Shape;997;p130"/>
            <p:cNvSpPr/>
            <p:nvPr/>
          </p:nvSpPr>
          <p:spPr>
            <a:xfrm>
              <a:off x="8031356" y="1183178"/>
              <a:ext cx="566865" cy="4688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 b="1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30"/>
            <p:cNvSpPr/>
            <p:nvPr/>
          </p:nvSpPr>
          <p:spPr>
            <a:xfrm>
              <a:off x="7659818" y="1839326"/>
              <a:ext cx="1358437" cy="24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Setting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29/08/25</a:t>
              </a:r>
              <a:endParaRPr/>
            </a:p>
          </p:txBody>
        </p:sp>
      </p:grpSp>
      <p:sp>
        <p:nvSpPr>
          <p:cNvPr id="999" name="Google Shape;999;p130"/>
          <p:cNvSpPr txBox="1"/>
          <p:nvPr/>
        </p:nvSpPr>
        <p:spPr>
          <a:xfrm>
            <a:off x="-44407" y="44261"/>
            <a:ext cx="3455265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: EOD 24/7 (Night Mode)</a:t>
            </a:r>
            <a:endParaRPr/>
          </a:p>
        </p:txBody>
      </p:sp>
      <p:pic>
        <p:nvPicPr>
          <p:cNvPr id="52" name="Google Shape;45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527" y="0"/>
            <a:ext cx="1711155" cy="554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object 3"/>
          <p:cNvSpPr/>
          <p:nvPr/>
        </p:nvSpPr>
        <p:spPr>
          <a:xfrm>
            <a:off x="228600" y="871220"/>
            <a:ext cx="11710670" cy="0"/>
          </a:xfrm>
          <a:custGeom>
            <a:avLst/>
            <a:gdLst/>
            <a:ahLst/>
            <a:cxnLst/>
            <a:rect l="l" t="t" r="r" b="b"/>
            <a:pathLst>
              <a:path w="11710670">
                <a:moveTo>
                  <a:pt x="0" y="0"/>
                </a:moveTo>
                <a:lnTo>
                  <a:pt x="11710416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7824" y="1169925"/>
            <a:ext cx="3598578" cy="35354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TIMELINE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8" name="Google Shape;1043;p131"/>
          <p:cNvSpPr txBox="1">
            <a:spLocks noGrp="1"/>
          </p:cNvSpPr>
          <p:nvPr>
            <p:ph type="title"/>
          </p:nvPr>
        </p:nvSpPr>
        <p:spPr>
          <a:xfrm>
            <a:off x="76200" y="148776"/>
            <a:ext cx="9748520" cy="46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00" rIns="0" bIns="0" anchor="ctr" anchorCtr="0">
            <a:spAutoFit/>
          </a:bodyPr>
          <a:lstStyle/>
          <a:p>
            <a:pPr marL="93345">
              <a:lnSpc>
                <a:spcPct val="100000"/>
              </a:lnSpc>
              <a:buClr>
                <a:srgbClr val="001F5F"/>
              </a:buClr>
              <a:buSzPts val="2400"/>
            </a:pPr>
            <a:r>
              <a:rPr lang="en-US" sz="2400" b="1" dirty="0" smtClean="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Update Status – EOD 24/7 (Night Mode)</a:t>
            </a:r>
            <a:r>
              <a:rPr lang="en-US" sz="2400" b="1" dirty="0" smtClean="0">
                <a:solidFill>
                  <a:srgbClr val="001F5F"/>
                </a:solidFill>
              </a:rPr>
              <a:t/>
            </a:r>
            <a:endParaRPr sz="2400" b="1" dirty="0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45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05696" y="89845"/>
            <a:ext cx="213167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/>
        </p:nvSpPr>
        <p:spPr>
          <a:xfrm>
            <a:off x="527824" y="4023261"/>
            <a:ext cx="3598578" cy="35354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BUDGET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0" name="Google Shape;2100;g3cccfef353b_1_40"/>
          <p:cNvCxnSpPr/>
          <p:nvPr/>
        </p:nvCxnSpPr>
        <p:spPr>
          <a:xfrm flipH="1">
            <a:off x="5151575" y="1132848"/>
            <a:ext cx="3000" cy="5239132"/>
          </a:xfrm>
          <a:prstGeom prst="straightConnector1">
            <a:avLst/>
          </a:prstGeom>
          <a:noFill/>
          <a:ln w="9525" cap="flat" cmpd="thinThick">
            <a:solidFill>
              <a:srgbClr val="A5A5A5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4" name="Group 13"/>
          <p:cNvGrpSpPr/>
          <p:nvPr/>
        </p:nvGrpSpPr>
        <p:grpSpPr>
          <a:xfrm>
            <a:off x="5960087" y="1183436"/>
            <a:ext cx="5977278" cy="369332"/>
            <a:chOff x="5960087" y="1183436"/>
            <a:chExt cx="5977278" cy="369332"/>
          </a:xfrm>
        </p:grpSpPr>
        <p:sp>
          <p:nvSpPr>
            <p:cNvPr id="35" name="Rectangle 34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960087" y="1699664"/>
            <a:ext cx="5977278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buSzPts val="1200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b="1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960087" y="3308499"/>
            <a:ext cx="5977278" cy="369332"/>
            <a:chOff x="5960087" y="1183436"/>
            <a:chExt cx="5977278" cy="369332"/>
          </a:xfrm>
          <a:solidFill>
            <a:schemeClr val="tx1"/>
          </a:solidFill>
        </p:grpSpPr>
        <p:sp>
          <p:nvSpPr>
            <p:cNvPr id="47" name="Rectangle 46"/>
            <p:cNvSpPr/>
            <p:nvPr/>
          </p:nvSpPr>
          <p:spPr>
            <a:xfrm>
              <a:off x="5960087" y="1188464"/>
              <a:ext cx="5977278" cy="3643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hangingPunct="0">
                <a:buClrTx/>
                <a:defRPr/>
              </a:pPr>
              <a:r>
                <a:rPr lang="en-US" sz="1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rPr>
                <a:t>	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6083935" y="1269645"/>
              <a:ext cx="223520" cy="19118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7455" y="1183436"/>
              <a:ext cx="1219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b="1" dirty="0" smtClean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Stopper:</a:t>
              </a:r>
              <a:endPara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5960087" y="3858485"/>
            <a:ext cx="5977278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buSzPts val="1200"/>
              <a:buFont typeface="+mj-lt"/>
              <a:buAutoNum type="arabicPeriod"/>
            </a:pP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289339"/>
              </p:ext>
            </p:extLst>
          </p:nvPr>
        </p:nvGraphicFramePr>
        <p:xfrm>
          <a:off x="557804" y="1552768"/>
          <a:ext cx="3568598" cy="17557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120285"/>
              </p:ext>
            </p:extLst>
          </p:nvPr>
        </p:nvGraphicFramePr>
        <p:xfrm>
          <a:off x="557804" y="4376810"/>
          <a:ext cx="3568598" cy="19951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ectangle 23"/>
          <p:cNvSpPr/>
          <p:nvPr/>
        </p:nvSpPr>
        <p:spPr>
          <a:xfrm>
            <a:off x="2393322" y="3331279"/>
            <a:ext cx="17230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of 06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48390</TotalTime>
  <Words>674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1_Office Theme</vt:lpstr>
      <vt:lpstr>3_Office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Update Status – Project QRIS</vt:lpstr>
      <vt:lpstr>PowerPoint Presentation</vt:lpstr>
      <vt:lpstr>PowerPoint Presentation</vt:lpstr>
      <vt:lpstr>PowerPoint Presentation</vt:lpstr>
      <vt:lpstr>Update Status – Relokasi Koneksi RTGS dari MNC Tower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NADHIRA AMALIA</dc:creator>
  <cp:lastModifiedBy>ALFATH LATUCONSINA</cp:lastModifiedBy>
  <cp:revision>409</cp:revision>
  <dcterms:modified xsi:type="dcterms:W3CDTF">2026-05-29T11:31:54Z</dcterms:modified>
</cp:coreProperties>
</file>